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2" r:id="rId3"/>
    <p:sldId id="263" r:id="rId4"/>
    <p:sldId id="266" r:id="rId5"/>
    <p:sldId id="264" r:id="rId6"/>
    <p:sldId id="270" r:id="rId7"/>
    <p:sldId id="271" r:id="rId8"/>
    <p:sldId id="267" r:id="rId9"/>
    <p:sldId id="268" r:id="rId10"/>
    <p:sldId id="26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35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15211D-E785-44FA-8D3E-BC0E53B00136}" v="497" dt="2025-05-16T16:32:30.8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황인성" userId="5f4857cd-e854-4be2-b639-edc411a06861" providerId="ADAL" clId="{B315211D-E785-44FA-8D3E-BC0E53B00136}"/>
    <pc:docChg chg="undo redo custSel addSld delSld modSld sldOrd modMainMaster">
      <pc:chgData name="황인성" userId="5f4857cd-e854-4be2-b639-edc411a06861" providerId="ADAL" clId="{B315211D-E785-44FA-8D3E-BC0E53B00136}" dt="2025-05-16T16:32:30.870" v="6892" actId="404"/>
      <pc:docMkLst>
        <pc:docMk/>
      </pc:docMkLst>
      <pc:sldChg chg="modSp new mod">
        <pc:chgData name="황인성" userId="5f4857cd-e854-4be2-b639-edc411a06861" providerId="ADAL" clId="{B315211D-E785-44FA-8D3E-BC0E53B00136}" dt="2025-05-16T16:28:31.614" v="6883" actId="2711"/>
        <pc:sldMkLst>
          <pc:docMk/>
          <pc:sldMk cId="4066804942" sldId="256"/>
        </pc:sldMkLst>
        <pc:spChg chg="mod">
          <ac:chgData name="황인성" userId="5f4857cd-e854-4be2-b639-edc411a06861" providerId="ADAL" clId="{B315211D-E785-44FA-8D3E-BC0E53B00136}" dt="2025-05-16T16:28:31.614" v="6883" actId="2711"/>
          <ac:spMkLst>
            <pc:docMk/>
            <pc:sldMk cId="4066804942" sldId="256"/>
            <ac:spMk id="2" creationId="{6D7884A6-70F1-9A75-2AEC-73CE74A77FEF}"/>
          </ac:spMkLst>
        </pc:spChg>
        <pc:spChg chg="mod">
          <ac:chgData name="황인성" userId="5f4857cd-e854-4be2-b639-edc411a06861" providerId="ADAL" clId="{B315211D-E785-44FA-8D3E-BC0E53B00136}" dt="2025-05-16T16:28:31.614" v="6883" actId="2711"/>
          <ac:spMkLst>
            <pc:docMk/>
            <pc:sldMk cId="4066804942" sldId="256"/>
            <ac:spMk id="3" creationId="{C8C592DF-24AC-8CE2-8D2F-E4E0D93CD625}"/>
          </ac:spMkLst>
        </pc:spChg>
      </pc:sldChg>
      <pc:sldChg chg="new del">
        <pc:chgData name="황인성" userId="5f4857cd-e854-4be2-b639-edc411a06861" providerId="ADAL" clId="{B315211D-E785-44FA-8D3E-BC0E53B00136}" dt="2025-05-16T14:40:55.353" v="169" actId="47"/>
        <pc:sldMkLst>
          <pc:docMk/>
          <pc:sldMk cId="2080551917" sldId="257"/>
        </pc:sldMkLst>
      </pc:sldChg>
      <pc:sldChg chg="addSp delSp modSp new del mod setBg">
        <pc:chgData name="황인성" userId="5f4857cd-e854-4be2-b639-edc411a06861" providerId="ADAL" clId="{B315211D-E785-44FA-8D3E-BC0E53B00136}" dt="2025-05-16T14:40:01.888" v="108" actId="47"/>
        <pc:sldMkLst>
          <pc:docMk/>
          <pc:sldMk cId="2456094403" sldId="257"/>
        </pc:sldMkLst>
        <pc:spChg chg="mod">
          <ac:chgData name="황인성" userId="5f4857cd-e854-4be2-b639-edc411a06861" providerId="ADAL" clId="{B315211D-E785-44FA-8D3E-BC0E53B00136}" dt="2025-05-16T14:39:04.589" v="106" actId="26606"/>
          <ac:spMkLst>
            <pc:docMk/>
            <pc:sldMk cId="2456094403" sldId="257"/>
            <ac:spMk id="2" creationId="{8B97A4C4-E41A-2CE4-2950-742632A25969}"/>
          </ac:spMkLst>
        </pc:spChg>
        <pc:spChg chg="add del">
          <ac:chgData name="황인성" userId="5f4857cd-e854-4be2-b639-edc411a06861" providerId="ADAL" clId="{B315211D-E785-44FA-8D3E-BC0E53B00136}" dt="2025-05-16T14:39:00.287" v="103" actId="26606"/>
          <ac:spMkLst>
            <pc:docMk/>
            <pc:sldMk cId="2456094403" sldId="257"/>
            <ac:spMk id="7" creationId="{A6F05DDE-5F2C-44F5-BACC-DED4737B11B8}"/>
          </ac:spMkLst>
        </pc:spChg>
        <pc:spChg chg="add del">
          <ac:chgData name="황인성" userId="5f4857cd-e854-4be2-b639-edc411a06861" providerId="ADAL" clId="{B315211D-E785-44FA-8D3E-BC0E53B00136}" dt="2025-05-16T14:39:00.287" v="103" actId="26606"/>
          <ac:spMkLst>
            <pc:docMk/>
            <pc:sldMk cId="2456094403" sldId="257"/>
            <ac:spMk id="9" creationId="{CA3FC43A-F2E5-409E-8C82-7DC3B69EA268}"/>
          </ac:spMkLst>
        </pc:spChg>
        <pc:spChg chg="add del">
          <ac:chgData name="황인성" userId="5f4857cd-e854-4be2-b639-edc411a06861" providerId="ADAL" clId="{B315211D-E785-44FA-8D3E-BC0E53B00136}" dt="2025-05-16T14:39:00.287" v="103" actId="26606"/>
          <ac:spMkLst>
            <pc:docMk/>
            <pc:sldMk cId="2456094403" sldId="257"/>
            <ac:spMk id="11" creationId="{1EEBFF7B-A218-4767-9A82-7ADFE8C9390D}"/>
          </ac:spMkLst>
        </pc:spChg>
        <pc:spChg chg="add del">
          <ac:chgData name="황인성" userId="5f4857cd-e854-4be2-b639-edc411a06861" providerId="ADAL" clId="{B315211D-E785-44FA-8D3E-BC0E53B00136}" dt="2025-05-16T14:39:04.585" v="105" actId="26606"/>
          <ac:spMkLst>
            <pc:docMk/>
            <pc:sldMk cId="2456094403" sldId="257"/>
            <ac:spMk id="13" creationId="{A6F05DDE-5F2C-44F5-BACC-DED4737B11B8}"/>
          </ac:spMkLst>
        </pc:spChg>
        <pc:spChg chg="add del">
          <ac:chgData name="황인성" userId="5f4857cd-e854-4be2-b639-edc411a06861" providerId="ADAL" clId="{B315211D-E785-44FA-8D3E-BC0E53B00136}" dt="2025-05-16T14:39:04.585" v="105" actId="26606"/>
          <ac:spMkLst>
            <pc:docMk/>
            <pc:sldMk cId="2456094403" sldId="257"/>
            <ac:spMk id="14" creationId="{95F83622-9C51-462D-849C-7930BC3F9B09}"/>
          </ac:spMkLst>
        </pc:spChg>
        <pc:spChg chg="add del">
          <ac:chgData name="황인성" userId="5f4857cd-e854-4be2-b639-edc411a06861" providerId="ADAL" clId="{B315211D-E785-44FA-8D3E-BC0E53B00136}" dt="2025-05-16T14:39:04.585" v="105" actId="26606"/>
          <ac:spMkLst>
            <pc:docMk/>
            <pc:sldMk cId="2456094403" sldId="257"/>
            <ac:spMk id="15" creationId="{DA797C01-AD12-4343-9A8C-6E992C1A425A}"/>
          </ac:spMkLst>
        </pc:spChg>
        <pc:spChg chg="add">
          <ac:chgData name="황인성" userId="5f4857cd-e854-4be2-b639-edc411a06861" providerId="ADAL" clId="{B315211D-E785-44FA-8D3E-BC0E53B00136}" dt="2025-05-16T14:39:04.589" v="106" actId="26606"/>
          <ac:spMkLst>
            <pc:docMk/>
            <pc:sldMk cId="2456094403" sldId="257"/>
            <ac:spMk id="17" creationId="{A6F05DDE-5F2C-44F5-BACC-DED4737B11B8}"/>
          </ac:spMkLst>
        </pc:spChg>
        <pc:spChg chg="add">
          <ac:chgData name="황인성" userId="5f4857cd-e854-4be2-b639-edc411a06861" providerId="ADAL" clId="{B315211D-E785-44FA-8D3E-BC0E53B00136}" dt="2025-05-16T14:39:04.589" v="106" actId="26606"/>
          <ac:spMkLst>
            <pc:docMk/>
            <pc:sldMk cId="2456094403" sldId="257"/>
            <ac:spMk id="18" creationId="{7EFFE664-A3F2-4977-A6E3-C38CF57A1630}"/>
          </ac:spMkLst>
        </pc:spChg>
        <pc:spChg chg="add">
          <ac:chgData name="황인성" userId="5f4857cd-e854-4be2-b639-edc411a06861" providerId="ADAL" clId="{B315211D-E785-44FA-8D3E-BC0E53B00136}" dt="2025-05-16T14:39:04.589" v="106" actId="26606"/>
          <ac:spMkLst>
            <pc:docMk/>
            <pc:sldMk cId="2456094403" sldId="257"/>
            <ac:spMk id="19" creationId="{C85C471A-7EB8-45A1-901F-B4BBC499F1ED}"/>
          </ac:spMkLst>
        </pc:spChg>
      </pc:sldChg>
      <pc:sldChg chg="modSp new del mod">
        <pc:chgData name="황인성" userId="5f4857cd-e854-4be2-b639-edc411a06861" providerId="ADAL" clId="{B315211D-E785-44FA-8D3E-BC0E53B00136}" dt="2025-05-16T14:43:36.469" v="222" actId="47"/>
        <pc:sldMkLst>
          <pc:docMk/>
          <pc:sldMk cId="947889547" sldId="258"/>
        </pc:sldMkLst>
        <pc:spChg chg="mod">
          <ac:chgData name="황인성" userId="5f4857cd-e854-4be2-b639-edc411a06861" providerId="ADAL" clId="{B315211D-E785-44FA-8D3E-BC0E53B00136}" dt="2025-05-16T14:43:34.334" v="221" actId="20577"/>
          <ac:spMkLst>
            <pc:docMk/>
            <pc:sldMk cId="947889547" sldId="258"/>
            <ac:spMk id="2" creationId="{EF3DA139-A206-F5BE-1C1A-5C1530D588AB}"/>
          </ac:spMkLst>
        </pc:spChg>
      </pc:sldChg>
      <pc:sldChg chg="modSp new del mod">
        <pc:chgData name="황인성" userId="5f4857cd-e854-4be2-b639-edc411a06861" providerId="ADAL" clId="{B315211D-E785-44FA-8D3E-BC0E53B00136}" dt="2025-05-16T14:59:39.040" v="880" actId="47"/>
        <pc:sldMkLst>
          <pc:docMk/>
          <pc:sldMk cId="78665571" sldId="259"/>
        </pc:sldMkLst>
        <pc:spChg chg="mod">
          <ac:chgData name="황인성" userId="5f4857cd-e854-4be2-b639-edc411a06861" providerId="ADAL" clId="{B315211D-E785-44FA-8D3E-BC0E53B00136}" dt="2025-05-16T14:44:52.330" v="323" actId="20577"/>
          <ac:spMkLst>
            <pc:docMk/>
            <pc:sldMk cId="78665571" sldId="259"/>
            <ac:spMk id="2" creationId="{AA74DAB4-F9DB-D226-1D21-BDCAAFF1D02E}"/>
          </ac:spMkLst>
        </pc:spChg>
      </pc:sldChg>
      <pc:sldChg chg="modSp add del mod">
        <pc:chgData name="황인성" userId="5f4857cd-e854-4be2-b639-edc411a06861" providerId="ADAL" clId="{B315211D-E785-44FA-8D3E-BC0E53B00136}" dt="2025-05-16T14:59:58.885" v="887" actId="47"/>
        <pc:sldMkLst>
          <pc:docMk/>
          <pc:sldMk cId="3501402335" sldId="260"/>
        </pc:sldMkLst>
        <pc:spChg chg="mod">
          <ac:chgData name="황인성" userId="5f4857cd-e854-4be2-b639-edc411a06861" providerId="ADAL" clId="{B315211D-E785-44FA-8D3E-BC0E53B00136}" dt="2025-05-16T14:45:23.884" v="345"/>
          <ac:spMkLst>
            <pc:docMk/>
            <pc:sldMk cId="3501402335" sldId="260"/>
            <ac:spMk id="2" creationId="{B9A15EFE-9344-8EA2-DD47-8A3726C794EA}"/>
          </ac:spMkLst>
        </pc:spChg>
      </pc:sldChg>
      <pc:sldChg chg="modSp add del mod">
        <pc:chgData name="황인성" userId="5f4857cd-e854-4be2-b639-edc411a06861" providerId="ADAL" clId="{B315211D-E785-44FA-8D3E-BC0E53B00136}" dt="2025-05-16T14:59:59.978" v="888" actId="47"/>
        <pc:sldMkLst>
          <pc:docMk/>
          <pc:sldMk cId="1446569340" sldId="261"/>
        </pc:sldMkLst>
        <pc:spChg chg="mod">
          <ac:chgData name="황인성" userId="5f4857cd-e854-4be2-b639-edc411a06861" providerId="ADAL" clId="{B315211D-E785-44FA-8D3E-BC0E53B00136}" dt="2025-05-16T14:46:06.536" v="407"/>
          <ac:spMkLst>
            <pc:docMk/>
            <pc:sldMk cId="1446569340" sldId="261"/>
            <ac:spMk id="2" creationId="{156D3F81-76BE-F54D-7E36-FC0FAC0E8A69}"/>
          </ac:spMkLst>
        </pc:spChg>
      </pc:sldChg>
      <pc:sldChg chg="addSp delSp modSp new del mod">
        <pc:chgData name="황인성" userId="5f4857cd-e854-4be2-b639-edc411a06861" providerId="ADAL" clId="{B315211D-E785-44FA-8D3E-BC0E53B00136}" dt="2025-05-16T14:49:48.492" v="539" actId="47"/>
        <pc:sldMkLst>
          <pc:docMk/>
          <pc:sldMk cId="341368343" sldId="262"/>
        </pc:sldMkLst>
        <pc:spChg chg="mod">
          <ac:chgData name="황인성" userId="5f4857cd-e854-4be2-b639-edc411a06861" providerId="ADAL" clId="{B315211D-E785-44FA-8D3E-BC0E53B00136}" dt="2025-05-16T14:49:46.483" v="538" actId="14100"/>
          <ac:spMkLst>
            <pc:docMk/>
            <pc:sldMk cId="341368343" sldId="262"/>
            <ac:spMk id="2" creationId="{79361AA2-88A3-2F56-CAEA-E6DDA3736045}"/>
          </ac:spMkLst>
        </pc:spChg>
        <pc:spChg chg="add del mod">
          <ac:chgData name="황인성" userId="5f4857cd-e854-4be2-b639-edc411a06861" providerId="ADAL" clId="{B315211D-E785-44FA-8D3E-BC0E53B00136}" dt="2025-05-16T14:49:39.121" v="535" actId="478"/>
          <ac:spMkLst>
            <pc:docMk/>
            <pc:sldMk cId="341368343" sldId="262"/>
            <ac:spMk id="3" creationId="{53BCF11E-A5DA-9094-7F36-063F4EDD6CF7}"/>
          </ac:spMkLst>
        </pc:spChg>
      </pc:sldChg>
      <pc:sldChg chg="modSp new del mod ord">
        <pc:chgData name="황인성" userId="5f4857cd-e854-4be2-b639-edc411a06861" providerId="ADAL" clId="{B315211D-E785-44FA-8D3E-BC0E53B00136}" dt="2025-05-16T14:51:14.305" v="562" actId="47"/>
        <pc:sldMkLst>
          <pc:docMk/>
          <pc:sldMk cId="431502027" sldId="262"/>
        </pc:sldMkLst>
        <pc:spChg chg="mod">
          <ac:chgData name="황인성" userId="5f4857cd-e854-4be2-b639-edc411a06861" providerId="ADAL" clId="{B315211D-E785-44FA-8D3E-BC0E53B00136}" dt="2025-05-16T14:49:58.679" v="545" actId="20577"/>
          <ac:spMkLst>
            <pc:docMk/>
            <pc:sldMk cId="431502027" sldId="262"/>
            <ac:spMk id="2" creationId="{D213584C-50B8-B806-55CA-CDC71CDF168B}"/>
          </ac:spMkLst>
        </pc:spChg>
      </pc:sldChg>
      <pc:sldChg chg="addSp delSp modSp new mod ord">
        <pc:chgData name="황인성" userId="5f4857cd-e854-4be2-b639-edc411a06861" providerId="ADAL" clId="{B315211D-E785-44FA-8D3E-BC0E53B00136}" dt="2025-05-16T16:28:52.734" v="6888" actId="1076"/>
        <pc:sldMkLst>
          <pc:docMk/>
          <pc:sldMk cId="3785902920" sldId="262"/>
        </pc:sldMkLst>
        <pc:spChg chg="del mod">
          <ac:chgData name="황인성" userId="5f4857cd-e854-4be2-b639-edc411a06861" providerId="ADAL" clId="{B315211D-E785-44FA-8D3E-BC0E53B00136}" dt="2025-05-16T15:01:35.691" v="897" actId="478"/>
          <ac:spMkLst>
            <pc:docMk/>
            <pc:sldMk cId="3785902920" sldId="262"/>
            <ac:spMk id="2" creationId="{8BA19460-AE96-75B6-D393-ABD737E4260C}"/>
          </ac:spMkLst>
        </pc:spChg>
        <pc:spChg chg="mod">
          <ac:chgData name="황인성" userId="5f4857cd-e854-4be2-b639-edc411a06861" providerId="ADAL" clId="{B315211D-E785-44FA-8D3E-BC0E53B00136}" dt="2025-05-16T15:56:37.946" v="4904" actId="20577"/>
          <ac:spMkLst>
            <pc:docMk/>
            <pc:sldMk cId="3785902920" sldId="262"/>
            <ac:spMk id="3" creationId="{E18E238D-3682-11D8-92F6-9116845A75EE}"/>
          </ac:spMkLst>
        </pc:spChg>
        <pc:spChg chg="add del mod">
          <ac:chgData name="황인성" userId="5f4857cd-e854-4be2-b639-edc411a06861" providerId="ADAL" clId="{B315211D-E785-44FA-8D3E-BC0E53B00136}" dt="2025-05-16T15:01:44.357" v="901" actId="478"/>
          <ac:spMkLst>
            <pc:docMk/>
            <pc:sldMk cId="3785902920" sldId="262"/>
            <ac:spMk id="5" creationId="{E192B347-8630-33BA-906C-14A99B97B058}"/>
          </ac:spMkLst>
        </pc:spChg>
        <pc:spChg chg="add del mod">
          <ac:chgData name="황인성" userId="5f4857cd-e854-4be2-b639-edc411a06861" providerId="ADAL" clId="{B315211D-E785-44FA-8D3E-BC0E53B00136}" dt="2025-05-16T15:01:47.410" v="903" actId="478"/>
          <ac:spMkLst>
            <pc:docMk/>
            <pc:sldMk cId="3785902920" sldId="262"/>
            <ac:spMk id="6" creationId="{B25B9E4B-387F-351F-8815-7CB68D1BA25D}"/>
          </ac:spMkLst>
        </pc:spChg>
        <pc:spChg chg="add mod">
          <ac:chgData name="황인성" userId="5f4857cd-e854-4be2-b639-edc411a06861" providerId="ADAL" clId="{B315211D-E785-44FA-8D3E-BC0E53B00136}" dt="2025-05-16T15:02:21.312" v="917" actId="14100"/>
          <ac:spMkLst>
            <pc:docMk/>
            <pc:sldMk cId="3785902920" sldId="262"/>
            <ac:spMk id="7" creationId="{9ECCE54E-6A76-74E1-719C-B3402D1308C0}"/>
          </ac:spMkLst>
        </pc:spChg>
        <pc:picChg chg="add mod">
          <ac:chgData name="황인성" userId="5f4857cd-e854-4be2-b639-edc411a06861" providerId="ADAL" clId="{B315211D-E785-44FA-8D3E-BC0E53B00136}" dt="2025-05-16T16:28:52.734" v="6888" actId="1076"/>
          <ac:picMkLst>
            <pc:docMk/>
            <pc:sldMk cId="3785902920" sldId="262"/>
            <ac:picMk id="9" creationId="{370FF8AA-1B9B-F634-80BA-FAE3613C8161}"/>
          </ac:picMkLst>
        </pc:picChg>
      </pc:sldChg>
      <pc:sldChg chg="addSp modSp new mod">
        <pc:chgData name="황인성" userId="5f4857cd-e854-4be2-b639-edc411a06861" providerId="ADAL" clId="{B315211D-E785-44FA-8D3E-BC0E53B00136}" dt="2025-05-16T15:12:17.732" v="1324"/>
        <pc:sldMkLst>
          <pc:docMk/>
          <pc:sldMk cId="1305596644" sldId="263"/>
        </pc:sldMkLst>
        <pc:spChg chg="mod">
          <ac:chgData name="황인성" userId="5f4857cd-e854-4be2-b639-edc411a06861" providerId="ADAL" clId="{B315211D-E785-44FA-8D3E-BC0E53B00136}" dt="2025-05-16T15:02:36.773" v="919"/>
          <ac:spMkLst>
            <pc:docMk/>
            <pc:sldMk cId="1305596644" sldId="263"/>
            <ac:spMk id="2" creationId="{B609CD9F-077F-E262-A7CE-0E6B47CD1724}"/>
          </ac:spMkLst>
        </pc:spChg>
        <pc:spChg chg="mod">
          <ac:chgData name="황인성" userId="5f4857cd-e854-4be2-b639-edc411a06861" providerId="ADAL" clId="{B315211D-E785-44FA-8D3E-BC0E53B00136}" dt="2025-05-16T15:01:22.964" v="895" actId="2711"/>
          <ac:spMkLst>
            <pc:docMk/>
            <pc:sldMk cId="1305596644" sldId="263"/>
            <ac:spMk id="3" creationId="{AC9E8BF4-3DEC-3FC7-60C0-C19FD6398FE0}"/>
          </ac:spMkLst>
        </pc:spChg>
        <pc:spChg chg="mod">
          <ac:chgData name="황인성" userId="5f4857cd-e854-4be2-b639-edc411a06861" providerId="ADAL" clId="{B315211D-E785-44FA-8D3E-BC0E53B00136}" dt="2025-05-16T15:11:39.524" v="1300" actId="20577"/>
          <ac:spMkLst>
            <pc:docMk/>
            <pc:sldMk cId="1305596644" sldId="263"/>
            <ac:spMk id="4" creationId="{E66D6D13-23A6-3881-BC07-20D4D5F204DB}"/>
          </ac:spMkLst>
        </pc:spChg>
        <pc:spChg chg="add mod">
          <ac:chgData name="황인성" userId="5f4857cd-e854-4be2-b639-edc411a06861" providerId="ADAL" clId="{B315211D-E785-44FA-8D3E-BC0E53B00136}" dt="2025-05-16T15:12:11.376" v="1319" actId="207"/>
          <ac:spMkLst>
            <pc:docMk/>
            <pc:sldMk cId="1305596644" sldId="263"/>
            <ac:spMk id="11" creationId="{8A89F025-DA77-01FF-86C8-B71B51605461}"/>
          </ac:spMkLst>
        </pc:spChg>
        <pc:spChg chg="add mod">
          <ac:chgData name="황인성" userId="5f4857cd-e854-4be2-b639-edc411a06861" providerId="ADAL" clId="{B315211D-E785-44FA-8D3E-BC0E53B00136}" dt="2025-05-16T15:12:17.732" v="1324"/>
          <ac:spMkLst>
            <pc:docMk/>
            <pc:sldMk cId="1305596644" sldId="263"/>
            <ac:spMk id="12" creationId="{A2BFA157-00A0-1A31-9BD2-0806C922154C}"/>
          </ac:spMkLst>
        </pc:spChg>
        <pc:picChg chg="add mod">
          <ac:chgData name="황인성" userId="5f4857cd-e854-4be2-b639-edc411a06861" providerId="ADAL" clId="{B315211D-E785-44FA-8D3E-BC0E53B00136}" dt="2025-05-16T15:11:53.439" v="1304" actId="14100"/>
          <ac:picMkLst>
            <pc:docMk/>
            <pc:sldMk cId="1305596644" sldId="263"/>
            <ac:picMk id="6" creationId="{29370FAB-785D-3E58-84BA-48F9E7F81F15}"/>
          </ac:picMkLst>
        </pc:picChg>
        <pc:picChg chg="add mod">
          <ac:chgData name="황인성" userId="5f4857cd-e854-4be2-b639-edc411a06861" providerId="ADAL" clId="{B315211D-E785-44FA-8D3E-BC0E53B00136}" dt="2025-05-16T15:11:48.529" v="1302" actId="1076"/>
          <ac:picMkLst>
            <pc:docMk/>
            <pc:sldMk cId="1305596644" sldId="263"/>
            <ac:picMk id="8" creationId="{226EF996-19C9-95BB-8B44-65FDF6D3C21A}"/>
          </ac:picMkLst>
        </pc:picChg>
        <pc:picChg chg="add mod">
          <ac:chgData name="황인성" userId="5f4857cd-e854-4be2-b639-edc411a06861" providerId="ADAL" clId="{B315211D-E785-44FA-8D3E-BC0E53B00136}" dt="2025-05-16T15:10:42.511" v="1168" actId="1076"/>
          <ac:picMkLst>
            <pc:docMk/>
            <pc:sldMk cId="1305596644" sldId="263"/>
            <ac:picMk id="10" creationId="{F07C5FAA-3DFE-DDE3-838D-DB7C7C645881}"/>
          </ac:picMkLst>
        </pc:picChg>
      </pc:sldChg>
      <pc:sldChg chg="addSp modSp new mod">
        <pc:chgData name="황인성" userId="5f4857cd-e854-4be2-b639-edc411a06861" providerId="ADAL" clId="{B315211D-E785-44FA-8D3E-BC0E53B00136}" dt="2025-05-16T15:52:55.385" v="4753" actId="1076"/>
        <pc:sldMkLst>
          <pc:docMk/>
          <pc:sldMk cId="2461723595" sldId="264"/>
        </pc:sldMkLst>
        <pc:spChg chg="mod">
          <ac:chgData name="황인성" userId="5f4857cd-e854-4be2-b639-edc411a06861" providerId="ADAL" clId="{B315211D-E785-44FA-8D3E-BC0E53B00136}" dt="2025-05-16T15:34:20.009" v="3479" actId="20577"/>
          <ac:spMkLst>
            <pc:docMk/>
            <pc:sldMk cId="2461723595" sldId="264"/>
            <ac:spMk id="2" creationId="{3A42BC86-E6CE-604F-D723-0BE115D71A5B}"/>
          </ac:spMkLst>
        </pc:spChg>
        <pc:spChg chg="mod">
          <ac:chgData name="황인성" userId="5f4857cd-e854-4be2-b639-edc411a06861" providerId="ADAL" clId="{B315211D-E785-44FA-8D3E-BC0E53B00136}" dt="2025-05-16T15:34:24.654" v="3480"/>
          <ac:spMkLst>
            <pc:docMk/>
            <pc:sldMk cId="2461723595" sldId="264"/>
            <ac:spMk id="3" creationId="{D9E64236-62A3-0147-6D9B-2EDC300516B8}"/>
          </ac:spMkLst>
        </pc:spChg>
        <pc:spChg chg="mod">
          <ac:chgData name="황인성" userId="5f4857cd-e854-4be2-b639-edc411a06861" providerId="ADAL" clId="{B315211D-E785-44FA-8D3E-BC0E53B00136}" dt="2025-05-16T15:52:37.344" v="4746" actId="20577"/>
          <ac:spMkLst>
            <pc:docMk/>
            <pc:sldMk cId="2461723595" sldId="264"/>
            <ac:spMk id="4" creationId="{5772BB90-AC35-02CD-7569-3BCD117E91D1}"/>
          </ac:spMkLst>
        </pc:spChg>
        <pc:picChg chg="add mod">
          <ac:chgData name="황인성" userId="5f4857cd-e854-4be2-b639-edc411a06861" providerId="ADAL" clId="{B315211D-E785-44FA-8D3E-BC0E53B00136}" dt="2025-05-16T15:52:52.796" v="4752" actId="14100"/>
          <ac:picMkLst>
            <pc:docMk/>
            <pc:sldMk cId="2461723595" sldId="264"/>
            <ac:picMk id="6" creationId="{E1ABB1BC-AE7B-A808-B26A-175EA3474FDA}"/>
          </ac:picMkLst>
        </pc:picChg>
        <pc:picChg chg="add mod">
          <ac:chgData name="황인성" userId="5f4857cd-e854-4be2-b639-edc411a06861" providerId="ADAL" clId="{B315211D-E785-44FA-8D3E-BC0E53B00136}" dt="2025-05-16T15:52:55.385" v="4753" actId="1076"/>
          <ac:picMkLst>
            <pc:docMk/>
            <pc:sldMk cId="2461723595" sldId="264"/>
            <ac:picMk id="8" creationId="{35C73529-C758-456C-E14A-852D4F54EECC}"/>
          </ac:picMkLst>
        </pc:picChg>
      </pc:sldChg>
      <pc:sldChg chg="modSp new del mod">
        <pc:chgData name="황인성" userId="5f4857cd-e854-4be2-b639-edc411a06861" providerId="ADAL" clId="{B315211D-E785-44FA-8D3E-BC0E53B00136}" dt="2025-05-16T15:52:15.128" v="4736" actId="47"/>
        <pc:sldMkLst>
          <pc:docMk/>
          <pc:sldMk cId="3035572127" sldId="265"/>
        </pc:sldMkLst>
        <pc:spChg chg="mod">
          <ac:chgData name="황인성" userId="5f4857cd-e854-4be2-b639-edc411a06861" providerId="ADAL" clId="{B315211D-E785-44FA-8D3E-BC0E53B00136}" dt="2025-05-16T14:59:57.157" v="886"/>
          <ac:spMkLst>
            <pc:docMk/>
            <pc:sldMk cId="3035572127" sldId="265"/>
            <ac:spMk id="2" creationId="{9FB2D4A8-B81E-D211-81CA-22460E9AAC68}"/>
          </ac:spMkLst>
        </pc:spChg>
      </pc:sldChg>
      <pc:sldChg chg="addSp modSp new mod">
        <pc:chgData name="황인성" userId="5f4857cd-e854-4be2-b639-edc411a06861" providerId="ADAL" clId="{B315211D-E785-44FA-8D3E-BC0E53B00136}" dt="2025-05-16T15:33:59.240" v="3477" actId="20577"/>
        <pc:sldMkLst>
          <pc:docMk/>
          <pc:sldMk cId="3542833181" sldId="266"/>
        </pc:sldMkLst>
        <pc:spChg chg="mod">
          <ac:chgData name="황인성" userId="5f4857cd-e854-4be2-b639-edc411a06861" providerId="ADAL" clId="{B315211D-E785-44FA-8D3E-BC0E53B00136}" dt="2025-05-16T15:12:39.103" v="1328" actId="20577"/>
          <ac:spMkLst>
            <pc:docMk/>
            <pc:sldMk cId="3542833181" sldId="266"/>
            <ac:spMk id="2" creationId="{DBF89D6A-349A-1B4A-C6DD-FA3621315C3E}"/>
          </ac:spMkLst>
        </pc:spChg>
        <pc:spChg chg="mod">
          <ac:chgData name="황인성" userId="5f4857cd-e854-4be2-b639-edc411a06861" providerId="ADAL" clId="{B315211D-E785-44FA-8D3E-BC0E53B00136}" dt="2025-05-16T15:12:28.809" v="1326"/>
          <ac:spMkLst>
            <pc:docMk/>
            <pc:sldMk cId="3542833181" sldId="266"/>
            <ac:spMk id="3" creationId="{769AF8EB-EAAA-6851-0396-D2E867E0C45F}"/>
          </ac:spMkLst>
        </pc:spChg>
        <pc:spChg chg="mod">
          <ac:chgData name="황인성" userId="5f4857cd-e854-4be2-b639-edc411a06861" providerId="ADAL" clId="{B315211D-E785-44FA-8D3E-BC0E53B00136}" dt="2025-05-16T15:32:18.731" v="3407" actId="14100"/>
          <ac:spMkLst>
            <pc:docMk/>
            <pc:sldMk cId="3542833181" sldId="266"/>
            <ac:spMk id="4" creationId="{36781398-3086-90E1-3542-B005A09FAB3C}"/>
          </ac:spMkLst>
        </pc:spChg>
        <pc:spChg chg="add mod">
          <ac:chgData name="황인성" userId="5f4857cd-e854-4be2-b639-edc411a06861" providerId="ADAL" clId="{B315211D-E785-44FA-8D3E-BC0E53B00136}" dt="2025-05-16T15:32:24.726" v="3419" actId="27636"/>
          <ac:spMkLst>
            <pc:docMk/>
            <pc:sldMk cId="3542833181" sldId="266"/>
            <ac:spMk id="9" creationId="{CA4256B6-B39F-8DB2-24E7-3977E8681485}"/>
          </ac:spMkLst>
        </pc:spChg>
        <pc:spChg chg="add mod">
          <ac:chgData name="황인성" userId="5f4857cd-e854-4be2-b639-edc411a06861" providerId="ADAL" clId="{B315211D-E785-44FA-8D3E-BC0E53B00136}" dt="2025-05-16T15:33:59.240" v="3477" actId="20577"/>
          <ac:spMkLst>
            <pc:docMk/>
            <pc:sldMk cId="3542833181" sldId="266"/>
            <ac:spMk id="10" creationId="{6803AE09-B0D0-FBB8-98E8-100EE520A961}"/>
          </ac:spMkLst>
        </pc:spChg>
        <pc:picChg chg="add mod">
          <ac:chgData name="황인성" userId="5f4857cd-e854-4be2-b639-edc411a06861" providerId="ADAL" clId="{B315211D-E785-44FA-8D3E-BC0E53B00136}" dt="2025-05-16T15:21:21.450" v="2128" actId="1076"/>
          <ac:picMkLst>
            <pc:docMk/>
            <pc:sldMk cId="3542833181" sldId="266"/>
            <ac:picMk id="6" creationId="{58BB14C4-27EE-E643-5394-E46C89F9FFD6}"/>
          </ac:picMkLst>
        </pc:picChg>
        <pc:picChg chg="add mod">
          <ac:chgData name="황인성" userId="5f4857cd-e854-4be2-b639-edc411a06861" providerId="ADAL" clId="{B315211D-E785-44FA-8D3E-BC0E53B00136}" dt="2025-05-16T15:21:18.084" v="2127" actId="1076"/>
          <ac:picMkLst>
            <pc:docMk/>
            <pc:sldMk cId="3542833181" sldId="266"/>
            <ac:picMk id="8" creationId="{79EA285D-60AA-3A95-CAC6-90E50F6F3D1B}"/>
          </ac:picMkLst>
        </pc:picChg>
      </pc:sldChg>
      <pc:sldChg chg="addSp delSp modSp add mod">
        <pc:chgData name="황인성" userId="5f4857cd-e854-4be2-b639-edc411a06861" providerId="ADAL" clId="{B315211D-E785-44FA-8D3E-BC0E53B00136}" dt="2025-05-16T16:11:21.902" v="6055"/>
        <pc:sldMkLst>
          <pc:docMk/>
          <pc:sldMk cId="3725754196" sldId="267"/>
        </pc:sldMkLst>
        <pc:spChg chg="mod">
          <ac:chgData name="황인성" userId="5f4857cd-e854-4be2-b639-edc411a06861" providerId="ADAL" clId="{B315211D-E785-44FA-8D3E-BC0E53B00136}" dt="2025-05-16T16:11:21.902" v="6055"/>
          <ac:spMkLst>
            <pc:docMk/>
            <pc:sldMk cId="3725754196" sldId="267"/>
            <ac:spMk id="2" creationId="{7C543A43-2001-C345-9F08-286CD6C64A6A}"/>
          </ac:spMkLst>
        </pc:spChg>
        <pc:spChg chg="mod">
          <ac:chgData name="황인성" userId="5f4857cd-e854-4be2-b639-edc411a06861" providerId="ADAL" clId="{B315211D-E785-44FA-8D3E-BC0E53B00136}" dt="2025-05-16T15:58:19.338" v="5157"/>
          <ac:spMkLst>
            <pc:docMk/>
            <pc:sldMk cId="3725754196" sldId="267"/>
            <ac:spMk id="3" creationId="{C731FF6B-FB4F-983D-668E-F2E37CF572BB}"/>
          </ac:spMkLst>
        </pc:spChg>
        <pc:spChg chg="mod">
          <ac:chgData name="황인성" userId="5f4857cd-e854-4be2-b639-edc411a06861" providerId="ADAL" clId="{B315211D-E785-44FA-8D3E-BC0E53B00136}" dt="2025-05-16T16:10:32.116" v="6008" actId="1076"/>
          <ac:spMkLst>
            <pc:docMk/>
            <pc:sldMk cId="3725754196" sldId="267"/>
            <ac:spMk id="4" creationId="{C0E9C3E3-4700-D2AE-29C4-2EB604A00F7E}"/>
          </ac:spMkLst>
        </pc:spChg>
        <pc:spChg chg="add mod">
          <ac:chgData name="황인성" userId="5f4857cd-e854-4be2-b639-edc411a06861" providerId="ADAL" clId="{B315211D-E785-44FA-8D3E-BC0E53B00136}" dt="2025-05-16T16:10:32.116" v="6008" actId="1076"/>
          <ac:spMkLst>
            <pc:docMk/>
            <pc:sldMk cId="3725754196" sldId="267"/>
            <ac:spMk id="5" creationId="{ED7A168F-59C4-966B-6A82-4809978ADA70}"/>
          </ac:spMkLst>
        </pc:spChg>
        <pc:spChg chg="add del mod">
          <ac:chgData name="황인성" userId="5f4857cd-e854-4be2-b639-edc411a06861" providerId="ADAL" clId="{B315211D-E785-44FA-8D3E-BC0E53B00136}" dt="2025-05-16T15:59:56.137" v="5209" actId="478"/>
          <ac:spMkLst>
            <pc:docMk/>
            <pc:sldMk cId="3725754196" sldId="267"/>
            <ac:spMk id="6" creationId="{4C98D878-8DBE-B18A-552D-33F25A6D79F3}"/>
          </ac:spMkLst>
        </pc:spChg>
        <pc:spChg chg="add del mod">
          <ac:chgData name="황인성" userId="5f4857cd-e854-4be2-b639-edc411a06861" providerId="ADAL" clId="{B315211D-E785-44FA-8D3E-BC0E53B00136}" dt="2025-05-16T15:59:55.349" v="5208" actId="478"/>
          <ac:spMkLst>
            <pc:docMk/>
            <pc:sldMk cId="3725754196" sldId="267"/>
            <ac:spMk id="7" creationId="{785D487F-1F35-559C-EFFB-FA585089CC61}"/>
          </ac:spMkLst>
        </pc:spChg>
        <pc:spChg chg="add mod">
          <ac:chgData name="황인성" userId="5f4857cd-e854-4be2-b639-edc411a06861" providerId="ADAL" clId="{B315211D-E785-44FA-8D3E-BC0E53B00136}" dt="2025-05-16T16:10:32.116" v="6008" actId="1076"/>
          <ac:spMkLst>
            <pc:docMk/>
            <pc:sldMk cId="3725754196" sldId="267"/>
            <ac:spMk id="8" creationId="{9FED0687-2997-8341-92F4-4D43885FA632}"/>
          </ac:spMkLst>
        </pc:spChg>
        <pc:spChg chg="add mod">
          <ac:chgData name="황인성" userId="5f4857cd-e854-4be2-b639-edc411a06861" providerId="ADAL" clId="{B315211D-E785-44FA-8D3E-BC0E53B00136}" dt="2025-05-16T16:10:32.116" v="6008" actId="1076"/>
          <ac:spMkLst>
            <pc:docMk/>
            <pc:sldMk cId="3725754196" sldId="267"/>
            <ac:spMk id="9" creationId="{B4705D31-8106-634A-5121-0B76A3A13BC1}"/>
          </ac:spMkLst>
        </pc:spChg>
        <pc:spChg chg="add mod">
          <ac:chgData name="황인성" userId="5f4857cd-e854-4be2-b639-edc411a06861" providerId="ADAL" clId="{B315211D-E785-44FA-8D3E-BC0E53B00136}" dt="2025-05-16T16:10:32.116" v="6008" actId="1076"/>
          <ac:spMkLst>
            <pc:docMk/>
            <pc:sldMk cId="3725754196" sldId="267"/>
            <ac:spMk id="10" creationId="{6910038A-25B2-C608-F456-12FA99E52F6B}"/>
          </ac:spMkLst>
        </pc:spChg>
        <pc:spChg chg="add mod">
          <ac:chgData name="황인성" userId="5f4857cd-e854-4be2-b639-edc411a06861" providerId="ADAL" clId="{B315211D-E785-44FA-8D3E-BC0E53B00136}" dt="2025-05-16T16:10:32.116" v="6008" actId="1076"/>
          <ac:spMkLst>
            <pc:docMk/>
            <pc:sldMk cId="3725754196" sldId="267"/>
            <ac:spMk id="11" creationId="{9B3604C9-BEC4-FFE3-D0A2-10F4AC7E31B5}"/>
          </ac:spMkLst>
        </pc:spChg>
        <pc:spChg chg="add mod">
          <ac:chgData name="황인성" userId="5f4857cd-e854-4be2-b639-edc411a06861" providerId="ADAL" clId="{B315211D-E785-44FA-8D3E-BC0E53B00136}" dt="2025-05-16T16:10:32.116" v="6008" actId="1076"/>
          <ac:spMkLst>
            <pc:docMk/>
            <pc:sldMk cId="3725754196" sldId="267"/>
            <ac:spMk id="12" creationId="{8C1D9CFB-F9AA-6243-4F43-1C77108A31C2}"/>
          </ac:spMkLst>
        </pc:spChg>
        <pc:spChg chg="add mod">
          <ac:chgData name="황인성" userId="5f4857cd-e854-4be2-b639-edc411a06861" providerId="ADAL" clId="{B315211D-E785-44FA-8D3E-BC0E53B00136}" dt="2025-05-16T16:10:32.116" v="6008" actId="1076"/>
          <ac:spMkLst>
            <pc:docMk/>
            <pc:sldMk cId="3725754196" sldId="267"/>
            <ac:spMk id="13" creationId="{3C743D5C-10AA-9A87-ED76-5CA521862D29}"/>
          </ac:spMkLst>
        </pc:spChg>
        <pc:spChg chg="add mod">
          <ac:chgData name="황인성" userId="5f4857cd-e854-4be2-b639-edc411a06861" providerId="ADAL" clId="{B315211D-E785-44FA-8D3E-BC0E53B00136}" dt="2025-05-16T16:04:42.901" v="5326" actId="1076"/>
          <ac:spMkLst>
            <pc:docMk/>
            <pc:sldMk cId="3725754196" sldId="267"/>
            <ac:spMk id="29" creationId="{598E0BC6-9553-907B-2789-DAF2B18EF9A5}"/>
          </ac:spMkLst>
        </pc:spChg>
        <pc:spChg chg="add mod">
          <ac:chgData name="황인성" userId="5f4857cd-e854-4be2-b639-edc411a06861" providerId="ADAL" clId="{B315211D-E785-44FA-8D3E-BC0E53B00136}" dt="2025-05-16T16:10:28.579" v="6007" actId="1076"/>
          <ac:spMkLst>
            <pc:docMk/>
            <pc:sldMk cId="3725754196" sldId="267"/>
            <ac:spMk id="30" creationId="{6050C5DC-E661-AFBF-FD63-B24DA9AD77A1}"/>
          </ac:spMkLst>
        </pc:spChg>
        <pc:spChg chg="add mod">
          <ac:chgData name="황인성" userId="5f4857cd-e854-4be2-b639-edc411a06861" providerId="ADAL" clId="{B315211D-E785-44FA-8D3E-BC0E53B00136}" dt="2025-05-16T16:10:36.320" v="6009" actId="1076"/>
          <ac:spMkLst>
            <pc:docMk/>
            <pc:sldMk cId="3725754196" sldId="267"/>
            <ac:spMk id="31" creationId="{D669A8D7-7643-79CF-EBC4-435D47DEF9A3}"/>
          </ac:spMkLst>
        </pc:spChg>
        <pc:spChg chg="add mod">
          <ac:chgData name="황인성" userId="5f4857cd-e854-4be2-b639-edc411a06861" providerId="ADAL" clId="{B315211D-E785-44FA-8D3E-BC0E53B00136}" dt="2025-05-16T16:10:41.115" v="6011" actId="1076"/>
          <ac:spMkLst>
            <pc:docMk/>
            <pc:sldMk cId="3725754196" sldId="267"/>
            <ac:spMk id="32" creationId="{526EFECD-717E-A607-05C0-0389BE8CB797}"/>
          </ac:spMkLst>
        </pc:spChg>
        <pc:spChg chg="add mod">
          <ac:chgData name="황인성" userId="5f4857cd-e854-4be2-b639-edc411a06861" providerId="ADAL" clId="{B315211D-E785-44FA-8D3E-BC0E53B00136}" dt="2025-05-16T16:09:17.505" v="5997" actId="20577"/>
          <ac:spMkLst>
            <pc:docMk/>
            <pc:sldMk cId="3725754196" sldId="267"/>
            <ac:spMk id="33" creationId="{0654861B-DB75-0C94-7ED6-D8166C182790}"/>
          </ac:spMkLst>
        </pc:spChg>
        <pc:picChg chg="add mod">
          <ac:chgData name="황인성" userId="5f4857cd-e854-4be2-b639-edc411a06861" providerId="ADAL" clId="{B315211D-E785-44FA-8D3E-BC0E53B00136}" dt="2025-05-16T16:10:44.985" v="6012" actId="1076"/>
          <ac:picMkLst>
            <pc:docMk/>
            <pc:sldMk cId="3725754196" sldId="267"/>
            <ac:picMk id="35" creationId="{8B3C615C-37DE-5D98-6FB1-95FEC5A7C307}"/>
          </ac:picMkLst>
        </pc:picChg>
        <pc:cxnChg chg="add mod">
          <ac:chgData name="황인성" userId="5f4857cd-e854-4be2-b639-edc411a06861" providerId="ADAL" clId="{B315211D-E785-44FA-8D3E-BC0E53B00136}" dt="2025-05-16T16:05:52.099" v="5412" actId="1076"/>
          <ac:cxnSpMkLst>
            <pc:docMk/>
            <pc:sldMk cId="3725754196" sldId="267"/>
            <ac:cxnSpMk id="15" creationId="{98BC46A1-2FC5-FE7C-333B-E93652837095}"/>
          </ac:cxnSpMkLst>
        </pc:cxnChg>
        <pc:cxnChg chg="add mod">
          <ac:chgData name="황인성" userId="5f4857cd-e854-4be2-b639-edc411a06861" providerId="ADAL" clId="{B315211D-E785-44FA-8D3E-BC0E53B00136}" dt="2025-05-16T16:04:25.592" v="5323" actId="14100"/>
          <ac:cxnSpMkLst>
            <pc:docMk/>
            <pc:sldMk cId="3725754196" sldId="267"/>
            <ac:cxnSpMk id="17" creationId="{7020C29D-1B87-862D-3556-81ADE2BB1CA0}"/>
          </ac:cxnSpMkLst>
        </pc:cxnChg>
        <pc:cxnChg chg="add mod">
          <ac:chgData name="황인성" userId="5f4857cd-e854-4be2-b639-edc411a06861" providerId="ADAL" clId="{B315211D-E785-44FA-8D3E-BC0E53B00136}" dt="2025-05-16T16:04:20.254" v="5321" actId="14100"/>
          <ac:cxnSpMkLst>
            <pc:docMk/>
            <pc:sldMk cId="3725754196" sldId="267"/>
            <ac:cxnSpMk id="18" creationId="{6F58C9B2-E0E4-5EC4-53F1-126C98D01DE8}"/>
          </ac:cxnSpMkLst>
        </pc:cxnChg>
        <pc:cxnChg chg="add mod">
          <ac:chgData name="황인성" userId="5f4857cd-e854-4be2-b639-edc411a06861" providerId="ADAL" clId="{B315211D-E785-44FA-8D3E-BC0E53B00136}" dt="2025-05-16T16:04:10.356" v="5318" actId="14100"/>
          <ac:cxnSpMkLst>
            <pc:docMk/>
            <pc:sldMk cId="3725754196" sldId="267"/>
            <ac:cxnSpMk id="19" creationId="{74043028-ADCD-EA77-8A0A-04A54E4C5A94}"/>
          </ac:cxnSpMkLst>
        </pc:cxnChg>
        <pc:cxnChg chg="add mod">
          <ac:chgData name="황인성" userId="5f4857cd-e854-4be2-b639-edc411a06861" providerId="ADAL" clId="{B315211D-E785-44FA-8D3E-BC0E53B00136}" dt="2025-05-16T16:04:15" v="5319" actId="14100"/>
          <ac:cxnSpMkLst>
            <pc:docMk/>
            <pc:sldMk cId="3725754196" sldId="267"/>
            <ac:cxnSpMk id="20" creationId="{2E72B812-76C0-C967-1DCD-0572C7EB6DC2}"/>
          </ac:cxnSpMkLst>
        </pc:cxnChg>
      </pc:sldChg>
      <pc:sldChg chg="addSp modSp add mod">
        <pc:chgData name="황인성" userId="5f4857cd-e854-4be2-b639-edc411a06861" providerId="ADAL" clId="{B315211D-E785-44FA-8D3E-BC0E53B00136}" dt="2025-05-16T16:18:22.775" v="6307"/>
        <pc:sldMkLst>
          <pc:docMk/>
          <pc:sldMk cId="4217611158" sldId="268"/>
        </pc:sldMkLst>
        <pc:spChg chg="mod">
          <ac:chgData name="황인성" userId="5f4857cd-e854-4be2-b639-edc411a06861" providerId="ADAL" clId="{B315211D-E785-44FA-8D3E-BC0E53B00136}" dt="2025-05-16T16:11:32.125" v="6083"/>
          <ac:spMkLst>
            <pc:docMk/>
            <pc:sldMk cId="4217611158" sldId="268"/>
            <ac:spMk id="2" creationId="{ED9C7107-7FA5-1853-B22E-761B391ACB3E}"/>
          </ac:spMkLst>
        </pc:spChg>
        <pc:spChg chg="mod">
          <ac:chgData name="황인성" userId="5f4857cd-e854-4be2-b639-edc411a06861" providerId="ADAL" clId="{B315211D-E785-44FA-8D3E-BC0E53B00136}" dt="2025-05-16T16:11:35.947" v="6084"/>
          <ac:spMkLst>
            <pc:docMk/>
            <pc:sldMk cId="4217611158" sldId="268"/>
            <ac:spMk id="3" creationId="{5A19F05C-EA3B-AFB8-AB55-9ADCB3E42C50}"/>
          </ac:spMkLst>
        </pc:spChg>
        <pc:spChg chg="mod">
          <ac:chgData name="황인성" userId="5f4857cd-e854-4be2-b639-edc411a06861" providerId="ADAL" clId="{B315211D-E785-44FA-8D3E-BC0E53B00136}" dt="2025-05-16T16:17:57.207" v="6238" actId="1076"/>
          <ac:spMkLst>
            <pc:docMk/>
            <pc:sldMk cId="4217611158" sldId="268"/>
            <ac:spMk id="4" creationId="{119274A5-D003-D2EA-0F9B-047206811EAE}"/>
          </ac:spMkLst>
        </pc:spChg>
        <pc:spChg chg="add mod">
          <ac:chgData name="황인성" userId="5f4857cd-e854-4be2-b639-edc411a06861" providerId="ADAL" clId="{B315211D-E785-44FA-8D3E-BC0E53B00136}" dt="2025-05-16T16:18:22.775" v="6307"/>
          <ac:spMkLst>
            <pc:docMk/>
            <pc:sldMk cId="4217611158" sldId="268"/>
            <ac:spMk id="11" creationId="{DBDA06DB-1DAE-7C1F-B9FF-2306DB57E2C9}"/>
          </ac:spMkLst>
        </pc:spChg>
        <pc:picChg chg="add mod">
          <ac:chgData name="황인성" userId="5f4857cd-e854-4be2-b639-edc411a06861" providerId="ADAL" clId="{B315211D-E785-44FA-8D3E-BC0E53B00136}" dt="2025-05-16T16:17:43.450" v="6232" actId="1076"/>
          <ac:picMkLst>
            <pc:docMk/>
            <pc:sldMk cId="4217611158" sldId="268"/>
            <ac:picMk id="6" creationId="{D1465109-D250-A296-4B4D-08F920464B57}"/>
          </ac:picMkLst>
        </pc:picChg>
        <pc:picChg chg="add mod">
          <ac:chgData name="황인성" userId="5f4857cd-e854-4be2-b639-edc411a06861" providerId="ADAL" clId="{B315211D-E785-44FA-8D3E-BC0E53B00136}" dt="2025-05-16T16:17:45.140" v="6233" actId="1076"/>
          <ac:picMkLst>
            <pc:docMk/>
            <pc:sldMk cId="4217611158" sldId="268"/>
            <ac:picMk id="8" creationId="{50FF9AAD-F81D-A705-7F56-F248871A3AC4}"/>
          </ac:picMkLst>
        </pc:picChg>
        <pc:picChg chg="add mod">
          <ac:chgData name="황인성" userId="5f4857cd-e854-4be2-b639-edc411a06861" providerId="ADAL" clId="{B315211D-E785-44FA-8D3E-BC0E53B00136}" dt="2025-05-16T16:17:53.807" v="6236" actId="1076"/>
          <ac:picMkLst>
            <pc:docMk/>
            <pc:sldMk cId="4217611158" sldId="268"/>
            <ac:picMk id="10" creationId="{7AA4D91E-F411-3DEA-E4DC-E307F9841B67}"/>
          </ac:picMkLst>
        </pc:picChg>
      </pc:sldChg>
      <pc:sldChg chg="addSp delSp modSp add mod">
        <pc:chgData name="황인성" userId="5f4857cd-e854-4be2-b639-edc411a06861" providerId="ADAL" clId="{B315211D-E785-44FA-8D3E-BC0E53B00136}" dt="2025-05-16T16:24:36.728" v="6827" actId="21"/>
        <pc:sldMkLst>
          <pc:docMk/>
          <pc:sldMk cId="1303219547" sldId="269"/>
        </pc:sldMkLst>
        <pc:spChg chg="mod">
          <ac:chgData name="황인성" userId="5f4857cd-e854-4be2-b639-edc411a06861" providerId="ADAL" clId="{B315211D-E785-44FA-8D3E-BC0E53B00136}" dt="2025-05-16T16:18:47.119" v="6310" actId="20577"/>
          <ac:spMkLst>
            <pc:docMk/>
            <pc:sldMk cId="1303219547" sldId="269"/>
            <ac:spMk id="2" creationId="{8ECE75E5-5490-0434-B1AE-96B2D74FED12}"/>
          </ac:spMkLst>
        </pc:spChg>
        <pc:spChg chg="mod">
          <ac:chgData name="황인성" userId="5f4857cd-e854-4be2-b639-edc411a06861" providerId="ADAL" clId="{B315211D-E785-44FA-8D3E-BC0E53B00136}" dt="2025-05-16T16:18:34.063" v="6308"/>
          <ac:spMkLst>
            <pc:docMk/>
            <pc:sldMk cId="1303219547" sldId="269"/>
            <ac:spMk id="3" creationId="{B051A97F-C655-9858-211C-A475B0C707D4}"/>
          </ac:spMkLst>
        </pc:spChg>
        <pc:spChg chg="mod">
          <ac:chgData name="황인성" userId="5f4857cd-e854-4be2-b639-edc411a06861" providerId="ADAL" clId="{B315211D-E785-44FA-8D3E-BC0E53B00136}" dt="2025-05-16T16:22:10.875" v="6631" actId="1076"/>
          <ac:spMkLst>
            <pc:docMk/>
            <pc:sldMk cId="1303219547" sldId="269"/>
            <ac:spMk id="4" creationId="{AA62828B-E4E1-84EE-C36C-CE51E33CD90B}"/>
          </ac:spMkLst>
        </pc:spChg>
        <pc:spChg chg="add mod">
          <ac:chgData name="황인성" userId="5f4857cd-e854-4be2-b639-edc411a06861" providerId="ADAL" clId="{B315211D-E785-44FA-8D3E-BC0E53B00136}" dt="2025-05-16T16:23:16.636" v="6823" actId="14100"/>
          <ac:spMkLst>
            <pc:docMk/>
            <pc:sldMk cId="1303219547" sldId="269"/>
            <ac:spMk id="11" creationId="{F710C85F-2F29-586A-CC2A-7D44469E5F04}"/>
          </ac:spMkLst>
        </pc:spChg>
        <pc:picChg chg="add mod">
          <ac:chgData name="황인성" userId="5f4857cd-e854-4be2-b639-edc411a06861" providerId="ADAL" clId="{B315211D-E785-44FA-8D3E-BC0E53B00136}" dt="2025-05-16T16:22:13.200" v="6632" actId="1076"/>
          <ac:picMkLst>
            <pc:docMk/>
            <pc:sldMk cId="1303219547" sldId="269"/>
            <ac:picMk id="6" creationId="{7426779C-02C7-2775-A349-7B6CDF330F2F}"/>
          </ac:picMkLst>
        </pc:picChg>
        <pc:picChg chg="add mod">
          <ac:chgData name="황인성" userId="5f4857cd-e854-4be2-b639-edc411a06861" providerId="ADAL" clId="{B315211D-E785-44FA-8D3E-BC0E53B00136}" dt="2025-05-16T16:22:10.875" v="6631" actId="1076"/>
          <ac:picMkLst>
            <pc:docMk/>
            <pc:sldMk cId="1303219547" sldId="269"/>
            <ac:picMk id="8" creationId="{794E3819-577D-204D-C9A2-65DF6D5EAC6B}"/>
          </ac:picMkLst>
        </pc:picChg>
        <pc:picChg chg="add mod">
          <ac:chgData name="황인성" userId="5f4857cd-e854-4be2-b639-edc411a06861" providerId="ADAL" clId="{B315211D-E785-44FA-8D3E-BC0E53B00136}" dt="2025-05-16T16:22:10.875" v="6631" actId="1076"/>
          <ac:picMkLst>
            <pc:docMk/>
            <pc:sldMk cId="1303219547" sldId="269"/>
            <ac:picMk id="10" creationId="{A4D189A9-2196-B56D-06AA-ED2D97F21747}"/>
          </ac:picMkLst>
        </pc:picChg>
        <pc:picChg chg="add del mod">
          <ac:chgData name="황인성" userId="5f4857cd-e854-4be2-b639-edc411a06861" providerId="ADAL" clId="{B315211D-E785-44FA-8D3E-BC0E53B00136}" dt="2025-05-16T16:24:36.728" v="6827" actId="21"/>
          <ac:picMkLst>
            <pc:docMk/>
            <pc:sldMk cId="1303219547" sldId="269"/>
            <ac:picMk id="13" creationId="{D283B67F-53CB-AEB6-FFD1-367E315D6900}"/>
          </ac:picMkLst>
        </pc:picChg>
      </pc:sldChg>
      <pc:sldChg chg="addSp delSp modSp add mod">
        <pc:chgData name="황인성" userId="5f4857cd-e854-4be2-b639-edc411a06861" providerId="ADAL" clId="{B315211D-E785-44FA-8D3E-BC0E53B00136}" dt="2025-05-16T15:55:01.276" v="4809"/>
        <pc:sldMkLst>
          <pc:docMk/>
          <pc:sldMk cId="1688848866" sldId="270"/>
        </pc:sldMkLst>
        <pc:spChg chg="mod">
          <ac:chgData name="황인성" userId="5f4857cd-e854-4be2-b639-edc411a06861" providerId="ADAL" clId="{B315211D-E785-44FA-8D3E-BC0E53B00136}" dt="2025-05-16T15:55:01.276" v="4809"/>
          <ac:spMkLst>
            <pc:docMk/>
            <pc:sldMk cId="1688848866" sldId="270"/>
            <ac:spMk id="4" creationId="{91598A3B-3E42-2580-2CE3-55A4445C1817}"/>
          </ac:spMkLst>
        </pc:spChg>
        <pc:picChg chg="del">
          <ac:chgData name="황인성" userId="5f4857cd-e854-4be2-b639-edc411a06861" providerId="ADAL" clId="{B315211D-E785-44FA-8D3E-BC0E53B00136}" dt="2025-05-16T15:52:23.912" v="4738" actId="478"/>
          <ac:picMkLst>
            <pc:docMk/>
            <pc:sldMk cId="1688848866" sldId="270"/>
            <ac:picMk id="6" creationId="{C6D369BC-1DDA-E6DC-44FB-8160260CD1C2}"/>
          </ac:picMkLst>
        </pc:picChg>
        <pc:picChg chg="add mod">
          <ac:chgData name="황인성" userId="5f4857cd-e854-4be2-b639-edc411a06861" providerId="ADAL" clId="{B315211D-E785-44FA-8D3E-BC0E53B00136}" dt="2025-05-16T15:54:25.262" v="4755" actId="1076"/>
          <ac:picMkLst>
            <pc:docMk/>
            <pc:sldMk cId="1688848866" sldId="270"/>
            <ac:picMk id="7" creationId="{1F61806C-5885-B927-8CD8-3F5243625682}"/>
          </ac:picMkLst>
        </pc:picChg>
        <pc:picChg chg="del">
          <ac:chgData name="황인성" userId="5f4857cd-e854-4be2-b639-edc411a06861" providerId="ADAL" clId="{B315211D-E785-44FA-8D3E-BC0E53B00136}" dt="2025-05-16T15:52:24.435" v="4739" actId="478"/>
          <ac:picMkLst>
            <pc:docMk/>
            <pc:sldMk cId="1688848866" sldId="270"/>
            <ac:picMk id="8" creationId="{245B4697-B897-FF1F-B306-ED3016AC6CCB}"/>
          </ac:picMkLst>
        </pc:picChg>
      </pc:sldChg>
      <pc:sldChg chg="addSp modSp add mod ord">
        <pc:chgData name="황인성" userId="5f4857cd-e854-4be2-b639-edc411a06861" providerId="ADAL" clId="{B315211D-E785-44FA-8D3E-BC0E53B00136}" dt="2025-05-16T16:24:43.378" v="6830" actId="1076"/>
        <pc:sldMkLst>
          <pc:docMk/>
          <pc:sldMk cId="3538821482" sldId="271"/>
        </pc:sldMkLst>
        <pc:spChg chg="mod">
          <ac:chgData name="황인성" userId="5f4857cd-e854-4be2-b639-edc411a06861" providerId="ADAL" clId="{B315211D-E785-44FA-8D3E-BC0E53B00136}" dt="2025-05-16T16:11:15.604" v="6054" actId="20577"/>
          <ac:spMkLst>
            <pc:docMk/>
            <pc:sldMk cId="3538821482" sldId="271"/>
            <ac:spMk id="3" creationId="{33D5C900-DF0A-9A35-2168-30EBE5EA389F}"/>
          </ac:spMkLst>
        </pc:spChg>
        <pc:spChg chg="mod">
          <ac:chgData name="황인성" userId="5f4857cd-e854-4be2-b639-edc411a06861" providerId="ADAL" clId="{B315211D-E785-44FA-8D3E-BC0E53B00136}" dt="2025-05-16T15:56:13.993" v="4886"/>
          <ac:spMkLst>
            <pc:docMk/>
            <pc:sldMk cId="3538821482" sldId="271"/>
            <ac:spMk id="7" creationId="{1E7C072C-96EF-3862-634B-85B03636653E}"/>
          </ac:spMkLst>
        </pc:spChg>
        <pc:picChg chg="add mod">
          <ac:chgData name="황인성" userId="5f4857cd-e854-4be2-b639-edc411a06861" providerId="ADAL" clId="{B315211D-E785-44FA-8D3E-BC0E53B00136}" dt="2025-05-16T16:24:43.378" v="6830" actId="1076"/>
          <ac:picMkLst>
            <pc:docMk/>
            <pc:sldMk cId="3538821482" sldId="271"/>
            <ac:picMk id="13" creationId="{D283B67F-53CB-AEB6-FFD1-367E315D6900}"/>
          </ac:picMkLst>
        </pc:picChg>
      </pc:sldChg>
      <pc:sldChg chg="addSp delSp modSp add del mod ord">
        <pc:chgData name="황인성" userId="5f4857cd-e854-4be2-b639-edc411a06861" providerId="ADAL" clId="{B315211D-E785-44FA-8D3E-BC0E53B00136}" dt="2025-05-16T16:28:20.057" v="6882" actId="47"/>
        <pc:sldMkLst>
          <pc:docMk/>
          <pc:sldMk cId="560666303" sldId="272"/>
        </pc:sldMkLst>
        <pc:spChg chg="mod">
          <ac:chgData name="황인성" userId="5f4857cd-e854-4be2-b639-edc411a06861" providerId="ADAL" clId="{B315211D-E785-44FA-8D3E-BC0E53B00136}" dt="2025-05-16T16:27:35.609" v="6871"/>
          <ac:spMkLst>
            <pc:docMk/>
            <pc:sldMk cId="560666303" sldId="272"/>
            <ac:spMk id="7" creationId="{82111F92-9CDB-86B1-3833-F2D294DFF4A4}"/>
          </ac:spMkLst>
        </pc:spChg>
        <pc:picChg chg="add del mod">
          <ac:chgData name="황인성" userId="5f4857cd-e854-4be2-b639-edc411a06861" providerId="ADAL" clId="{B315211D-E785-44FA-8D3E-BC0E53B00136}" dt="2025-05-16T16:28:08.079" v="6881" actId="478"/>
          <ac:picMkLst>
            <pc:docMk/>
            <pc:sldMk cId="560666303" sldId="272"/>
            <ac:picMk id="4" creationId="{9426CD05-8623-F335-A432-A43B25AF65F8}"/>
          </ac:picMkLst>
        </pc:picChg>
        <pc:picChg chg="del">
          <ac:chgData name="황인성" userId="5f4857cd-e854-4be2-b639-edc411a06861" providerId="ADAL" clId="{B315211D-E785-44FA-8D3E-BC0E53B00136}" dt="2025-05-16T16:27:36.249" v="6872" actId="478"/>
          <ac:picMkLst>
            <pc:docMk/>
            <pc:sldMk cId="560666303" sldId="272"/>
            <ac:picMk id="13" creationId="{39713D91-534C-769E-8EBC-840F32E30D40}"/>
          </ac:picMkLst>
        </pc:picChg>
      </pc:sldChg>
      <pc:sldChg chg="add del">
        <pc:chgData name="황인성" userId="5f4857cd-e854-4be2-b639-edc411a06861" providerId="ADAL" clId="{B315211D-E785-44FA-8D3E-BC0E53B00136}" dt="2025-05-16T16:27:39.663" v="6874"/>
        <pc:sldMkLst>
          <pc:docMk/>
          <pc:sldMk cId="127602339" sldId="273"/>
        </pc:sldMkLst>
      </pc:sldChg>
      <pc:sldMasterChg chg="modSldLayout">
        <pc:chgData name="황인성" userId="5f4857cd-e854-4be2-b639-edc411a06861" providerId="ADAL" clId="{B315211D-E785-44FA-8D3E-BC0E53B00136}" dt="2025-05-16T16:32:30.870" v="6892" actId="404"/>
        <pc:sldMasterMkLst>
          <pc:docMk/>
          <pc:sldMasterMk cId="3862077329" sldId="2147483696"/>
        </pc:sldMasterMkLst>
        <pc:sldLayoutChg chg="addSp delSp modSp mod setBg">
          <pc:chgData name="황인성" userId="5f4857cd-e854-4be2-b639-edc411a06861" providerId="ADAL" clId="{B315211D-E785-44FA-8D3E-BC0E53B00136}" dt="2025-05-16T14:59:10.241" v="876"/>
          <pc:sldLayoutMkLst>
            <pc:docMk/>
            <pc:sldMasterMk cId="3862077329" sldId="2147483696"/>
            <pc:sldLayoutMk cId="723379376" sldId="2147483702"/>
          </pc:sldLayoutMkLst>
          <pc:spChg chg="add del mod">
            <ac:chgData name="황인성" userId="5f4857cd-e854-4be2-b639-edc411a06861" providerId="ADAL" clId="{B315211D-E785-44FA-8D3E-BC0E53B00136}" dt="2025-05-16T14:50:11.750" v="546" actId="478"/>
            <ac:spMkLst>
              <pc:docMk/>
              <pc:sldMasterMk cId="3862077329" sldId="2147483696"/>
              <pc:sldLayoutMk cId="723379376" sldId="2147483702"/>
              <ac:spMk id="2" creationId="{A0BCBE14-EE3B-2F91-BD3C-1BA24FC6B472}"/>
            </ac:spMkLst>
          </pc:spChg>
          <pc:spChg chg="mod">
            <ac:chgData name="황인성" userId="5f4857cd-e854-4be2-b639-edc411a06861" providerId="ADAL" clId="{B315211D-E785-44FA-8D3E-BC0E53B00136}" dt="2025-05-16T14:58:36.545" v="846"/>
            <ac:spMkLst>
              <pc:docMk/>
              <pc:sldMasterMk cId="3862077329" sldId="2147483696"/>
              <pc:sldLayoutMk cId="723379376" sldId="2147483702"/>
              <ac:spMk id="6" creationId="{00000000-0000-0000-0000-000000000000}"/>
            </ac:spMkLst>
          </pc:spChg>
          <pc:spChg chg="add del mod">
            <ac:chgData name="황인성" userId="5f4857cd-e854-4be2-b639-edc411a06861" providerId="ADAL" clId="{B315211D-E785-44FA-8D3E-BC0E53B00136}" dt="2025-05-16T14:50:49.859" v="554" actId="478"/>
            <ac:spMkLst>
              <pc:docMk/>
              <pc:sldMasterMk cId="3862077329" sldId="2147483696"/>
              <pc:sldLayoutMk cId="723379376" sldId="2147483702"/>
              <ac:spMk id="7" creationId="{E91ED924-F0BA-D5DE-E4C5-F55C0E0AB168}"/>
            </ac:spMkLst>
          </pc:spChg>
          <pc:spChg chg="add del">
            <ac:chgData name="황인성" userId="5f4857cd-e854-4be2-b639-edc411a06861" providerId="ADAL" clId="{B315211D-E785-44FA-8D3E-BC0E53B00136}" dt="2025-05-16T14:50:39.277" v="553" actId="11529"/>
            <ac:spMkLst>
              <pc:docMk/>
              <pc:sldMasterMk cId="3862077329" sldId="2147483696"/>
              <pc:sldLayoutMk cId="723379376" sldId="2147483702"/>
              <ac:spMk id="8" creationId="{E8452918-EBD2-3C5E-3AA3-4222297352EC}"/>
            </ac:spMkLst>
          </pc:spChg>
          <pc:spChg chg="add mod">
            <ac:chgData name="황인성" userId="5f4857cd-e854-4be2-b639-edc411a06861" providerId="ADAL" clId="{B315211D-E785-44FA-8D3E-BC0E53B00136}" dt="2025-05-16T14:59:10.241" v="876"/>
            <ac:spMkLst>
              <pc:docMk/>
              <pc:sldMasterMk cId="3862077329" sldId="2147483696"/>
              <pc:sldLayoutMk cId="723379376" sldId="2147483702"/>
              <ac:spMk id="9" creationId="{497DF204-094E-FD92-8C4A-72C7E2258AC8}"/>
            </ac:spMkLst>
          </pc:spChg>
          <pc:spChg chg="add del">
            <ac:chgData name="황인성" userId="5f4857cd-e854-4be2-b639-edc411a06861" providerId="ADAL" clId="{B315211D-E785-44FA-8D3E-BC0E53B00136}" dt="2025-05-16T14:50:55.903" v="555" actId="11529"/>
            <ac:spMkLst>
              <pc:docMk/>
              <pc:sldMasterMk cId="3862077329" sldId="2147483696"/>
              <pc:sldLayoutMk cId="723379376" sldId="2147483702"/>
              <ac:spMk id="10" creationId="{C4FFA964-00E1-E7E0-33A1-F6DAACCF0140}"/>
            </ac:spMkLst>
          </pc:spChg>
          <pc:spChg chg="add del mod">
            <ac:chgData name="황인성" userId="5f4857cd-e854-4be2-b639-edc411a06861" providerId="ADAL" clId="{B315211D-E785-44FA-8D3E-BC0E53B00136}" dt="2025-05-16T14:51:00.028" v="557" actId="478"/>
            <ac:spMkLst>
              <pc:docMk/>
              <pc:sldMasterMk cId="3862077329" sldId="2147483696"/>
              <pc:sldLayoutMk cId="723379376" sldId="2147483702"/>
              <ac:spMk id="11" creationId="{4BF995EA-2B99-2246-DCC2-2EDF4E2A254F}"/>
            </ac:spMkLst>
          </pc:spChg>
        </pc:sldLayoutChg>
        <pc:sldLayoutChg chg="addSp delSp modSp mod setBg">
          <pc:chgData name="황인성" userId="5f4857cd-e854-4be2-b639-edc411a06861" providerId="ADAL" clId="{B315211D-E785-44FA-8D3E-BC0E53B00136}" dt="2025-05-16T16:32:30.870" v="6892" actId="404"/>
          <pc:sldLayoutMkLst>
            <pc:docMk/>
            <pc:sldMasterMk cId="3862077329" sldId="2147483696"/>
            <pc:sldLayoutMk cId="2636305467" sldId="2147483705"/>
          </pc:sldLayoutMkLst>
          <pc:spChg chg="del">
            <ac:chgData name="황인성" userId="5f4857cd-e854-4be2-b639-edc411a06861" providerId="ADAL" clId="{B315211D-E785-44FA-8D3E-BC0E53B00136}" dt="2025-05-16T14:42:31.039" v="207" actId="478"/>
            <ac:spMkLst>
              <pc:docMk/>
              <pc:sldMasterMk cId="3862077329" sldId="2147483696"/>
              <pc:sldLayoutMk cId="2636305467" sldId="2147483705"/>
              <ac:spMk id="2" creationId="{00000000-0000-0000-0000-000000000000}"/>
            </ac:spMkLst>
          </pc:spChg>
          <pc:spChg chg="del">
            <ac:chgData name="황인성" userId="5f4857cd-e854-4be2-b639-edc411a06861" providerId="ADAL" clId="{B315211D-E785-44FA-8D3E-BC0E53B00136}" dt="2025-05-16T14:43:18.981" v="215" actId="478"/>
            <ac:spMkLst>
              <pc:docMk/>
              <pc:sldMasterMk cId="3862077329" sldId="2147483696"/>
              <pc:sldLayoutMk cId="2636305467" sldId="2147483705"/>
              <ac:spMk id="3" creationId="{00000000-0000-0000-0000-000000000000}"/>
            </ac:spMkLst>
          </pc:spChg>
          <pc:spChg chg="mod">
            <ac:chgData name="황인성" userId="5f4857cd-e854-4be2-b639-edc411a06861" providerId="ADAL" clId="{B315211D-E785-44FA-8D3E-BC0E53B00136}" dt="2025-05-16T14:44:17.294" v="244" actId="14100"/>
            <ac:spMkLst>
              <pc:docMk/>
              <pc:sldMasterMk cId="3862077329" sldId="2147483696"/>
              <pc:sldLayoutMk cId="2636305467" sldId="2147483705"/>
              <ac:spMk id="4" creationId="{00000000-0000-0000-0000-000000000000}"/>
            </ac:spMkLst>
          </pc:spChg>
          <pc:spChg chg="del">
            <ac:chgData name="황인성" userId="5f4857cd-e854-4be2-b639-edc411a06861" providerId="ADAL" clId="{B315211D-E785-44FA-8D3E-BC0E53B00136}" dt="2025-05-16T14:42:54.654" v="213" actId="478"/>
            <ac:spMkLst>
              <pc:docMk/>
              <pc:sldMasterMk cId="3862077329" sldId="2147483696"/>
              <pc:sldLayoutMk cId="2636305467" sldId="2147483705"/>
              <ac:spMk id="5" creationId="{00000000-0000-0000-0000-000000000000}"/>
            </ac:spMkLst>
          </pc:spChg>
          <pc:spChg chg="del">
            <ac:chgData name="황인성" userId="5f4857cd-e854-4be2-b639-edc411a06861" providerId="ADAL" clId="{B315211D-E785-44FA-8D3E-BC0E53B00136}" dt="2025-05-16T14:42:49.890" v="211" actId="478"/>
            <ac:spMkLst>
              <pc:docMk/>
              <pc:sldMasterMk cId="3862077329" sldId="2147483696"/>
              <pc:sldLayoutMk cId="2636305467" sldId="2147483705"/>
              <ac:spMk id="6" creationId="{00000000-0000-0000-0000-000000000000}"/>
            </ac:spMkLst>
          </pc:spChg>
          <pc:spChg chg="del">
            <ac:chgData name="황인성" userId="5f4857cd-e854-4be2-b639-edc411a06861" providerId="ADAL" clId="{B315211D-E785-44FA-8D3E-BC0E53B00136}" dt="2025-05-16T14:42:50.632" v="212" actId="478"/>
            <ac:spMkLst>
              <pc:docMk/>
              <pc:sldMasterMk cId="3862077329" sldId="2147483696"/>
              <pc:sldLayoutMk cId="2636305467" sldId="2147483705"/>
              <ac:spMk id="7" creationId="{00000000-0000-0000-0000-000000000000}"/>
            </ac:spMkLst>
          </pc:spChg>
          <pc:spChg chg="add del mod">
            <ac:chgData name="황인성" userId="5f4857cd-e854-4be2-b639-edc411a06861" providerId="ADAL" clId="{B315211D-E785-44FA-8D3E-BC0E53B00136}" dt="2025-05-16T14:44:19.933" v="245" actId="14100"/>
            <ac:spMkLst>
              <pc:docMk/>
              <pc:sldMasterMk cId="3862077329" sldId="2147483696"/>
              <pc:sldLayoutMk cId="2636305467" sldId="2147483705"/>
              <ac:spMk id="8" creationId="{00000000-0000-0000-0000-000000000000}"/>
            </ac:spMkLst>
          </pc:spChg>
          <pc:spChg chg="add del">
            <ac:chgData name="황인성" userId="5f4857cd-e854-4be2-b639-edc411a06861" providerId="ADAL" clId="{B315211D-E785-44FA-8D3E-BC0E53B00136}" dt="2025-05-16T14:57:31.540" v="797" actId="11529"/>
            <ac:spMkLst>
              <pc:docMk/>
              <pc:sldMasterMk cId="3862077329" sldId="2147483696"/>
              <pc:sldLayoutMk cId="2636305467" sldId="2147483705"/>
              <ac:spMk id="9" creationId="{7E1C963D-D67E-4E1A-9B5F-3063EEBD24C6}"/>
            </ac:spMkLst>
          </pc:spChg>
          <pc:spChg chg="add mod">
            <ac:chgData name="황인성" userId="5f4857cd-e854-4be2-b639-edc411a06861" providerId="ADAL" clId="{B315211D-E785-44FA-8D3E-BC0E53B00136}" dt="2025-05-16T16:32:30.870" v="6892" actId="404"/>
            <ac:spMkLst>
              <pc:docMk/>
              <pc:sldMasterMk cId="3862077329" sldId="2147483696"/>
              <pc:sldLayoutMk cId="2636305467" sldId="2147483705"/>
              <ac:spMk id="10" creationId="{CC6FC87E-4FA9-A4F1-B593-D67234E2CB20}"/>
            </ac:spMkLst>
          </pc:spChg>
          <pc:spChg chg="add del">
            <ac:chgData name="황인성" userId="5f4857cd-e854-4be2-b639-edc411a06861" providerId="ADAL" clId="{B315211D-E785-44FA-8D3E-BC0E53B00136}" dt="2025-05-16T14:58:51.636" v="850" actId="11529"/>
            <ac:spMkLst>
              <pc:docMk/>
              <pc:sldMasterMk cId="3862077329" sldId="2147483696"/>
              <pc:sldLayoutMk cId="2636305467" sldId="2147483705"/>
              <ac:spMk id="11" creationId="{B63E8082-7A35-C07A-88F9-F21F84933A10}"/>
            </ac:spMkLst>
          </pc:spChg>
          <pc:spChg chg="add mod">
            <ac:chgData name="황인성" userId="5f4857cd-e854-4be2-b639-edc411a06861" providerId="ADAL" clId="{B315211D-E785-44FA-8D3E-BC0E53B00136}" dt="2025-05-16T14:59:14.998" v="878" actId="2711"/>
            <ac:spMkLst>
              <pc:docMk/>
              <pc:sldMasterMk cId="3862077329" sldId="2147483696"/>
              <pc:sldLayoutMk cId="2636305467" sldId="2147483705"/>
              <ac:spMk id="12" creationId="{02646905-5AF9-2AAE-B5E1-CBDDF9ED8239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5C22F80E-ADF0-42A0-9356-C481A8417F2D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AC16A9B1-81E9-4A45-8BA1-796CF70CF38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98083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2F80E-ADF0-42A0-9356-C481A8417F2D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6A9B1-81E9-4A45-8BA1-796CF70CF3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1540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2F80E-ADF0-42A0-9356-C481A8417F2D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6A9B1-81E9-4A45-8BA1-796CF70CF38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7232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2F80E-ADF0-42A0-9356-C481A8417F2D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6A9B1-81E9-4A45-8BA1-796CF70CF3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074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2F80E-ADF0-42A0-9356-C481A8417F2D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6A9B1-81E9-4A45-8BA1-796CF70CF3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5954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1292840" cy="671667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ko-KR" altLang="en-US" dirty="0" err="1"/>
              <a:t>밈</a:t>
            </a:r>
            <a:r>
              <a:rPr lang="en-US" altLang="ko-KR" dirty="0"/>
              <a:t>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2F80E-ADF0-42A0-9356-C481A8417F2D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6A9B1-81E9-4A45-8BA1-796CF70CF38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497DF204-094E-FD92-8C4A-72C7E2258AC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20447" y="1008061"/>
            <a:ext cx="10531293" cy="558351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ko-KR" altLang="en-US" dirty="0" err="1"/>
              <a:t>밈맴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3379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2F80E-ADF0-42A0-9356-C481A8417F2D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6A9B1-81E9-4A45-8BA1-796CF70CF3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8368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2F80E-ADF0-42A0-9356-C481A8417F2D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6A9B1-81E9-4A45-8BA1-796CF70CF3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813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그림">
    <p:bg>
      <p:bgPr>
        <a:solidFill>
          <a:srgbClr val="3535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6354751"/>
            <a:ext cx="12192000" cy="5032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24989" y="6446849"/>
            <a:ext cx="11051741" cy="32236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dirty="0"/>
              <a:t>마스터 텍스트 스타일을 편집하려면 클</a:t>
            </a:r>
            <a:r>
              <a:rPr lang="en-US" altLang="ko-KR" dirty="0"/>
              <a:t>a</a:t>
            </a:r>
            <a:r>
              <a:rPr lang="ko-KR" altLang="en-US" dirty="0"/>
              <a:t>릭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CC6FC87E-4FA9-A4F1-B593-D67234E2CB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4614"/>
            <a:ext cx="12192000" cy="679542"/>
          </a:xfrm>
        </p:spPr>
        <p:txBody>
          <a:bodyPr numCol="1">
            <a:no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ko-KR" altLang="en-US" dirty="0" err="1"/>
              <a:t>밈맴</a:t>
            </a:r>
            <a:endParaRPr lang="ko-KR" altLang="en-US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02646905-5AF9-2AAE-B5E1-CBDDF9ED82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4472" y="951024"/>
            <a:ext cx="11281689" cy="5140589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ko-KR" altLang="en-US" dirty="0" err="1"/>
              <a:t>밈맴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36305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2F80E-ADF0-42A0-9356-C481A8417F2D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6A9B1-81E9-4A45-8BA1-796CF70CF3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793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2F80E-ADF0-42A0-9356-C481A8417F2D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6A9B1-81E9-4A45-8BA1-796CF70CF3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0371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C22F80E-ADF0-42A0-9356-C481A8417F2D}" type="datetimeFigureOut">
              <a:rPr lang="ko-KR" altLang="en-US" smtClean="0"/>
              <a:t>2026-03-12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AC16A9B1-81E9-4A45-8BA1-796CF70CF3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2077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1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1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7884A6-70F1-9A75-2AEC-73CE74A77F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2021204042 </a:t>
            </a:r>
            <a:r>
              <a:rPr lang="ko-KR" altLang="en-US" dirty="0">
                <a:latin typeface="Calibri" panose="020F0502020204030204" pitchFamily="34" charset="0"/>
                <a:cs typeface="Calibri" panose="020F0502020204030204" pitchFamily="34" charset="0"/>
              </a:rPr>
              <a:t>황인성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8C592DF-24AC-8CE2-8D2F-E4E0D93CD6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2025 </a:t>
            </a:r>
            <a:r>
              <a:rPr lang="ko-KR" altLang="en-US" dirty="0">
                <a:latin typeface="Calibri" panose="020F0502020204030204" pitchFamily="34" charset="0"/>
                <a:cs typeface="Calibri" panose="020F0502020204030204" pitchFamily="34" charset="0"/>
              </a:rPr>
              <a:t>컴퓨터 그래픽 과제</a:t>
            </a:r>
            <a:r>
              <a:rPr lang="en-US" altLang="ko-K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6804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8E238D-3682-11D8-92F6-9116845A75E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구현 요약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0.Sea geometry </a:t>
            </a:r>
            <a:r>
              <a:rPr lang="ko-KR" altLang="en-US" dirty="0"/>
              <a:t>정점 재결합</a:t>
            </a:r>
            <a:r>
              <a:rPr lang="en-US" altLang="ko-KR" dirty="0"/>
              <a:t>(1</a:t>
            </a:r>
            <a:r>
              <a:rPr lang="ko-KR" altLang="en-US" dirty="0"/>
              <a:t>차 과제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1.</a:t>
            </a:r>
            <a:r>
              <a:rPr lang="ko-KR" altLang="en-US" dirty="0"/>
              <a:t>기존 코드 분석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2.</a:t>
            </a:r>
            <a:r>
              <a:rPr lang="ko-KR" altLang="en-US" dirty="0" err="1"/>
              <a:t>셰이더에서</a:t>
            </a:r>
            <a:r>
              <a:rPr lang="ko-KR" altLang="en-US" dirty="0"/>
              <a:t> 구현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7" name="텍스트 개체 틀 2">
            <a:extLst>
              <a:ext uri="{FF2B5EF4-FFF2-40B4-BE49-F238E27FC236}">
                <a16:creationId xmlns:a16="http://schemas.microsoft.com/office/drawing/2014/main" id="{9ECCE54E-6A76-74E1-719C-B3402D1308C0}"/>
              </a:ext>
            </a:extLst>
          </p:cNvPr>
          <p:cNvSpPr txBox="1">
            <a:spLocks/>
          </p:cNvSpPr>
          <p:nvPr/>
        </p:nvSpPr>
        <p:spPr>
          <a:xfrm>
            <a:off x="0" y="4613"/>
            <a:ext cx="12192000" cy="8703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b="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rgbClr val="6F6F74"/>
              </a:buClr>
              <a:buSzPct val="80000"/>
              <a:buFont typeface="Arial" pitchFamily="34" charset="0"/>
              <a:buNone/>
              <a:tabLst/>
              <a:defRPr/>
            </a:pPr>
            <a:r>
              <a:rPr kumimoji="0" lang="en-US" altLang="ko-KR" sz="4400" b="0" i="0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Vertex shader </a:t>
            </a:r>
            <a:r>
              <a:rPr kumimoji="0" lang="ko-KR" altLang="en-US" sz="4400" b="0" i="0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에서 </a:t>
            </a:r>
            <a:r>
              <a:rPr kumimoji="0" lang="en-US" altLang="ko-KR" sz="4400" b="0" i="0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 geometry </a:t>
            </a:r>
            <a:r>
              <a:rPr kumimoji="0" lang="ko-KR" altLang="en-US" sz="4400" b="0" i="0" u="none" strike="noStrike" kern="1200" cap="none" spc="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변형</a:t>
            </a:r>
          </a:p>
          <a:p>
            <a:endParaRPr lang="ko-KR" altLang="en-US" dirty="0"/>
          </a:p>
        </p:txBody>
      </p:sp>
      <p:pic>
        <p:nvPicPr>
          <p:cNvPr id="9" name="그림 8" descr="다채로움, 스크린샷, 창의성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70FF8AA-1B9B-F634-80BA-FAE3613C81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142" y="1520613"/>
            <a:ext cx="4052266" cy="3816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902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609CD9F-077F-E262-A7CE-0E6B47CD172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0.Sea geometry </a:t>
            </a:r>
            <a:r>
              <a:rPr lang="ko-KR" altLang="en-US" dirty="0"/>
              <a:t>정점 재결합</a:t>
            </a:r>
            <a:r>
              <a:rPr lang="en-US" altLang="ko-KR" dirty="0"/>
              <a:t>(1</a:t>
            </a:r>
            <a:r>
              <a:rPr lang="ko-KR" altLang="en-US" dirty="0"/>
              <a:t>차 과제</a:t>
            </a:r>
            <a:r>
              <a:rPr lang="en-US" altLang="ko-KR" dirty="0"/>
              <a:t>)</a:t>
            </a:r>
          </a:p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9E8BF4-3DEC-3FC7-60C0-C19FD6398F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ea typeface="Calibri" panose="020F0502020204030204" pitchFamily="34" charset="0"/>
              </a:rPr>
              <a:t>1. Vertex shader </a:t>
            </a:r>
            <a:r>
              <a:rPr lang="ko-KR" altLang="en-US" dirty="0"/>
              <a:t>에서 </a:t>
            </a:r>
            <a:r>
              <a:rPr lang="en-US" altLang="ko-KR" dirty="0">
                <a:ea typeface="Calibri" panose="020F0502020204030204" pitchFamily="34" charset="0"/>
              </a:rPr>
              <a:t>sea geometry </a:t>
            </a:r>
            <a:r>
              <a:rPr lang="ko-KR" altLang="en-US" dirty="0"/>
              <a:t>변형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66D6D13-23A6-3881-BC07-20D4D5F204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4472" y="951024"/>
            <a:ext cx="4750505" cy="5140589"/>
          </a:xfrm>
        </p:spPr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차 과제에서 구현한 내용</a:t>
            </a:r>
            <a:endParaRPr lang="en-US" altLang="ko-KR" dirty="0"/>
          </a:p>
          <a:p>
            <a:r>
              <a:rPr lang="ko-KR" altLang="en-US" dirty="0"/>
              <a:t>같은 위치에 있는 </a:t>
            </a:r>
            <a:r>
              <a:rPr lang="en-US" altLang="ko-KR" dirty="0"/>
              <a:t>vertex </a:t>
            </a:r>
            <a:r>
              <a:rPr lang="ko-KR" altLang="en-US" dirty="0"/>
              <a:t>들을 병합하여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이후 정점들을 움직이거나 변형시키더라도</a:t>
            </a:r>
            <a:endParaRPr lang="en-US" altLang="ko-KR" dirty="0"/>
          </a:p>
          <a:p>
            <a:r>
              <a:rPr lang="ko-KR" altLang="en-US" dirty="0" err="1"/>
              <a:t>메시에</a:t>
            </a:r>
            <a:r>
              <a:rPr lang="ko-KR" altLang="en-US" dirty="0"/>
              <a:t> 빈공간이 생기지 않게 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9370FAB-785D-3E58-84BA-48F9E7F81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4515" y="1829056"/>
            <a:ext cx="3347526" cy="240086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26EF996-19C9-95BB-8B44-65FDF6D3C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977" y="1829056"/>
            <a:ext cx="3345391" cy="276925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07C5FAA-3DFE-DDE3-838D-DB7C7C6458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839" y="2747773"/>
            <a:ext cx="3591426" cy="20576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A89F025-DA77-01FF-86C8-B71B51605461}"/>
              </a:ext>
            </a:extLst>
          </p:cNvPr>
          <p:cNvSpPr txBox="1"/>
          <p:nvPr/>
        </p:nvSpPr>
        <p:spPr>
          <a:xfrm>
            <a:off x="5387724" y="4723304"/>
            <a:ext cx="3045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적용 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BFA157-00A0-1A31-9BD2-0806C922154C}"/>
              </a:ext>
            </a:extLst>
          </p:cNvPr>
          <p:cNvSpPr txBox="1"/>
          <p:nvPr/>
        </p:nvSpPr>
        <p:spPr>
          <a:xfrm>
            <a:off x="8805374" y="4723304"/>
            <a:ext cx="3045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적용 후</a:t>
            </a:r>
          </a:p>
        </p:txBody>
      </p:sp>
    </p:spTree>
    <p:extLst>
      <p:ext uri="{BB962C8B-B14F-4D97-AF65-F5344CB8AC3E}">
        <p14:creationId xmlns:p14="http://schemas.microsoft.com/office/powerpoint/2010/main" val="1305596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BF89D6A-349A-1B4A-C6DD-FA3621315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ko-KR" dirty="0"/>
              <a:t>1.</a:t>
            </a:r>
            <a:r>
              <a:rPr lang="ko-KR" altLang="en-US" dirty="0"/>
              <a:t>기존 코드 분석</a:t>
            </a:r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9AF8EB-EAAA-6851-0396-D2E867E0C4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ea typeface="Calibri" panose="020F0502020204030204" pitchFamily="34" charset="0"/>
              </a:rPr>
              <a:t>1. Vertex shader </a:t>
            </a:r>
            <a:r>
              <a:rPr lang="ko-KR" altLang="en-US" dirty="0"/>
              <a:t>에서 </a:t>
            </a:r>
            <a:r>
              <a:rPr lang="en-US" altLang="ko-KR" dirty="0">
                <a:ea typeface="Calibri" panose="020F0502020204030204" pitchFamily="34" charset="0"/>
              </a:rPr>
              <a:t>sea geometry </a:t>
            </a:r>
            <a:r>
              <a:rPr lang="ko-KR" altLang="en-US" dirty="0"/>
              <a:t>변형</a:t>
            </a:r>
          </a:p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6781398-3086-90E1-3542-B005A09FAB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4472" y="951024"/>
            <a:ext cx="7216227" cy="2371077"/>
          </a:xfrm>
        </p:spPr>
        <p:txBody>
          <a:bodyPr>
            <a:normAutofit/>
          </a:bodyPr>
          <a:lstStyle/>
          <a:p>
            <a:r>
              <a:rPr lang="en-US" altLang="ko-KR" sz="1200" dirty="0"/>
              <a:t>1.Sea </a:t>
            </a:r>
            <a:r>
              <a:rPr lang="ko-KR" altLang="en-US" sz="1200" dirty="0"/>
              <a:t>객체 생성 시</a:t>
            </a:r>
            <a:r>
              <a:rPr lang="en-US" altLang="ko-KR" sz="1200" dirty="0"/>
              <a:t>, waves </a:t>
            </a:r>
            <a:r>
              <a:rPr lang="ko-KR" altLang="en-US" sz="1200" dirty="0"/>
              <a:t>배열에 각 정점 마다 정점의 위치</a:t>
            </a:r>
            <a:r>
              <a:rPr lang="en-US" altLang="ko-KR" sz="1200" dirty="0"/>
              <a:t>/</a:t>
            </a:r>
            <a:r>
              <a:rPr lang="ko-KR" altLang="en-US" sz="1200" dirty="0"/>
              <a:t>랜덤 각도</a:t>
            </a:r>
            <a:r>
              <a:rPr lang="en-US" altLang="ko-KR" sz="1200" dirty="0"/>
              <a:t>/</a:t>
            </a:r>
            <a:r>
              <a:rPr lang="ko-KR" altLang="en-US" sz="1200" dirty="0"/>
              <a:t>크기</a:t>
            </a:r>
            <a:r>
              <a:rPr lang="en-US" altLang="ko-KR" sz="1200" dirty="0"/>
              <a:t>/</a:t>
            </a:r>
            <a:r>
              <a:rPr lang="ko-KR" altLang="en-US" sz="1200" dirty="0"/>
              <a:t>속도 변수를 따로 저장합니다</a:t>
            </a:r>
            <a:endParaRPr lang="en-US" altLang="ko-KR" sz="12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8BB14C4-27EE-E643-5394-E46C89F9F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992" y="1273940"/>
            <a:ext cx="4406087" cy="183426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9EA285D-60AA-3A95-CAC6-90E50F6F3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443" y="1273940"/>
            <a:ext cx="3962953" cy="2048161"/>
          </a:xfrm>
          <a:prstGeom prst="rect">
            <a:avLst/>
          </a:prstGeom>
        </p:spPr>
      </p:pic>
      <p:sp>
        <p:nvSpPr>
          <p:cNvPr id="9" name="텍스트 개체 틀 3">
            <a:extLst>
              <a:ext uri="{FF2B5EF4-FFF2-40B4-BE49-F238E27FC236}">
                <a16:creationId xmlns:a16="http://schemas.microsoft.com/office/drawing/2014/main" id="{CA4256B6-B39F-8DB2-24E7-3977E8681485}"/>
              </a:ext>
            </a:extLst>
          </p:cNvPr>
          <p:cNvSpPr txBox="1">
            <a:spLocks/>
          </p:cNvSpPr>
          <p:nvPr/>
        </p:nvSpPr>
        <p:spPr>
          <a:xfrm>
            <a:off x="6023637" y="3378452"/>
            <a:ext cx="5435965" cy="7556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800" kern="1200" spc="10" baseline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indent="-18288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/>
              <a:t>2.loop </a:t>
            </a:r>
            <a:r>
              <a:rPr lang="ko-KR" altLang="en-US" sz="1200" dirty="0"/>
              <a:t>내부에서 </a:t>
            </a:r>
            <a:r>
              <a:rPr lang="en-US" altLang="ko-KR" sz="1200" dirty="0"/>
              <a:t>waves </a:t>
            </a:r>
            <a:r>
              <a:rPr lang="ko-KR" altLang="en-US" sz="1200" dirty="0"/>
              <a:t>배열 각 요소를 불러오고</a:t>
            </a:r>
            <a:r>
              <a:rPr lang="en-US" altLang="ko-KR" sz="1200" dirty="0"/>
              <a:t>, </a:t>
            </a:r>
            <a:r>
              <a:rPr lang="ko-KR" altLang="en-US" sz="1200" dirty="0"/>
              <a:t>시간에 따라 </a:t>
            </a:r>
            <a:r>
              <a:rPr lang="en-US" altLang="ko-KR" sz="1200" dirty="0"/>
              <a:t>angle</a:t>
            </a:r>
            <a:r>
              <a:rPr lang="ko-KR" altLang="en-US" sz="1200" dirty="0"/>
              <a:t> 을 변화 </a:t>
            </a:r>
            <a:endParaRPr lang="en-US" altLang="ko-KR" sz="1200" dirty="0"/>
          </a:p>
          <a:p>
            <a:r>
              <a:rPr lang="en-US" altLang="ko-KR" sz="1200" dirty="0"/>
              <a:t>cos sin </a:t>
            </a:r>
            <a:r>
              <a:rPr lang="ko-KR" altLang="en-US" sz="1200" dirty="0"/>
              <a:t>함수를 이용해 실제 </a:t>
            </a:r>
            <a:r>
              <a:rPr lang="en-US" altLang="ko-KR" sz="1200" dirty="0"/>
              <a:t>Sea geometry </a:t>
            </a:r>
            <a:r>
              <a:rPr lang="ko-KR" altLang="en-US" sz="1200" dirty="0"/>
              <a:t>의 </a:t>
            </a:r>
            <a:r>
              <a:rPr lang="en-US" altLang="ko-KR" sz="1200" dirty="0"/>
              <a:t>position</a:t>
            </a:r>
            <a:r>
              <a:rPr lang="ko-KR" altLang="en-US" sz="1200" dirty="0"/>
              <a:t> 을 부드럽게 변형합니다</a:t>
            </a:r>
          </a:p>
        </p:txBody>
      </p:sp>
      <p:sp>
        <p:nvSpPr>
          <p:cNvPr id="10" name="텍스트 개체 틀 3">
            <a:extLst>
              <a:ext uri="{FF2B5EF4-FFF2-40B4-BE49-F238E27FC236}">
                <a16:creationId xmlns:a16="http://schemas.microsoft.com/office/drawing/2014/main" id="{6803AE09-B0D0-FBB8-98E8-100EE520A961}"/>
              </a:ext>
            </a:extLst>
          </p:cNvPr>
          <p:cNvSpPr txBox="1">
            <a:spLocks/>
          </p:cNvSpPr>
          <p:nvPr/>
        </p:nvSpPr>
        <p:spPr>
          <a:xfrm>
            <a:off x="519992" y="4315442"/>
            <a:ext cx="10743652" cy="1841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800" kern="1200" spc="10" baseline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indent="-18288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sz="1200" dirty="0"/>
              <a:t>부드러운 변형 효과를 구현하기 위해선</a:t>
            </a:r>
            <a:r>
              <a:rPr lang="en-US" altLang="ko-KR" sz="1200" dirty="0"/>
              <a:t>, </a:t>
            </a:r>
            <a:r>
              <a:rPr lang="ko-KR" altLang="en-US" sz="1200" dirty="0"/>
              <a:t>기존 코드의 </a:t>
            </a:r>
            <a:r>
              <a:rPr lang="en-US" altLang="ko-KR" sz="1200" dirty="0"/>
              <a:t>waves </a:t>
            </a:r>
            <a:r>
              <a:rPr lang="ko-KR" altLang="en-US" sz="1200" dirty="0"/>
              <a:t>의 </a:t>
            </a:r>
            <a:r>
              <a:rPr lang="en-US" altLang="ko-KR" sz="1200" dirty="0"/>
              <a:t>ang, amp </a:t>
            </a:r>
            <a:r>
              <a:rPr lang="ko-KR" altLang="en-US" sz="1200" dirty="0"/>
              <a:t>등</a:t>
            </a:r>
            <a:r>
              <a:rPr lang="en-US" altLang="ko-KR" sz="1200" dirty="0"/>
              <a:t>,</a:t>
            </a:r>
            <a:r>
              <a:rPr lang="ko-KR" altLang="en-US" sz="1200" dirty="0"/>
              <a:t> 각 정점마다 사용할 수 있는</a:t>
            </a:r>
            <a:endParaRPr lang="en-US" altLang="ko-KR" sz="1200" dirty="0"/>
          </a:p>
          <a:p>
            <a:pPr>
              <a:lnSpc>
                <a:spcPct val="100000"/>
              </a:lnSpc>
            </a:pPr>
            <a:r>
              <a:rPr lang="ko-KR" altLang="en-US" sz="1200" dirty="0"/>
              <a:t>시간에 따라 자연스럽게 변화시킬 수 있는 값이 필요합니다</a:t>
            </a:r>
            <a:endParaRPr lang="en-US" altLang="ko-KR" sz="1200" dirty="0"/>
          </a:p>
          <a:p>
            <a:pPr>
              <a:lnSpc>
                <a:spcPct val="100000"/>
              </a:lnSpc>
            </a:pPr>
            <a:r>
              <a:rPr lang="en-US" altLang="ko-KR" sz="1200" dirty="0"/>
              <a:t>waves </a:t>
            </a:r>
            <a:r>
              <a:rPr lang="ko-KR" altLang="en-US" sz="1200" dirty="0"/>
              <a:t>배열을 </a:t>
            </a:r>
            <a:r>
              <a:rPr lang="en-US" altLang="ko-KR" sz="1200" dirty="0"/>
              <a:t>uniform </a:t>
            </a:r>
            <a:r>
              <a:rPr lang="ko-KR" altLang="en-US" sz="1200" dirty="0"/>
              <a:t>으로 전달하더라도 각 </a:t>
            </a:r>
            <a:r>
              <a:rPr lang="en-US" altLang="ko-KR" sz="1200" dirty="0"/>
              <a:t>vertex shader</a:t>
            </a:r>
            <a:r>
              <a:rPr lang="ko-KR" altLang="en-US" sz="1200" dirty="0"/>
              <a:t>는 </a:t>
            </a:r>
            <a:r>
              <a:rPr lang="en-US" altLang="ko-KR" sz="1200" dirty="0"/>
              <a:t>for </a:t>
            </a:r>
            <a:r>
              <a:rPr lang="ko-KR" altLang="en-US" sz="1200" dirty="0"/>
              <a:t>문 처럼 따로 </a:t>
            </a:r>
            <a:r>
              <a:rPr lang="en-US" altLang="ko-KR" sz="1200" dirty="0"/>
              <a:t>index</a:t>
            </a:r>
            <a:r>
              <a:rPr lang="ko-KR" altLang="en-US" sz="1200" dirty="0"/>
              <a:t>가 존재하는 것이 아니기 때문에</a:t>
            </a:r>
            <a:r>
              <a:rPr lang="en-US" altLang="ko-KR" sz="1200" dirty="0"/>
              <a:t>,</a:t>
            </a:r>
            <a:r>
              <a:rPr lang="ko-KR" altLang="en-US" sz="1200" dirty="0"/>
              <a:t> 배열을 사용하지 못할 것 같습니다</a:t>
            </a:r>
            <a:endParaRPr lang="en-US" altLang="ko-KR" sz="1200" dirty="0"/>
          </a:p>
          <a:p>
            <a:pPr>
              <a:lnSpc>
                <a:spcPct val="100000"/>
              </a:lnSpc>
            </a:pPr>
            <a:endParaRPr lang="en-US" altLang="ko-KR" sz="1200" dirty="0"/>
          </a:p>
          <a:p>
            <a:pPr>
              <a:lnSpc>
                <a:spcPct val="100000"/>
              </a:lnSpc>
            </a:pPr>
            <a:r>
              <a:rPr lang="ko-KR" altLang="en-US" sz="1200" dirty="0"/>
              <a:t>따라서 </a:t>
            </a:r>
            <a:r>
              <a:rPr lang="en-US" altLang="ko-KR" sz="1200" dirty="0"/>
              <a:t>vertex shader</a:t>
            </a:r>
            <a:r>
              <a:rPr lang="ko-KR" altLang="en-US" sz="1200" dirty="0"/>
              <a:t>가 받는 정점의 정보를 활용하기로 결정했습니다</a:t>
            </a:r>
            <a:r>
              <a:rPr lang="en-US" altLang="ko-KR" sz="1200" dirty="0"/>
              <a:t>.</a:t>
            </a:r>
            <a:r>
              <a:rPr lang="ko-KR" altLang="en-US" sz="1200" dirty="0"/>
              <a:t> 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3542833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A42BC86-E6CE-604F-D723-0BE115D71A5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2.</a:t>
            </a:r>
            <a:r>
              <a:rPr lang="ko-KR" altLang="en-US" dirty="0" err="1"/>
              <a:t>셰이더에서</a:t>
            </a:r>
            <a:r>
              <a:rPr lang="ko-KR" altLang="en-US" dirty="0"/>
              <a:t> 구현</a:t>
            </a:r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E64236-62A3-0147-6D9B-2EDC300516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ea typeface="Calibri" panose="020F0502020204030204" pitchFamily="34" charset="0"/>
              </a:rPr>
              <a:t>1. Vertex shader </a:t>
            </a:r>
            <a:r>
              <a:rPr lang="ko-KR" altLang="en-US" dirty="0"/>
              <a:t>에서 </a:t>
            </a:r>
            <a:r>
              <a:rPr lang="en-US" altLang="ko-KR" dirty="0">
                <a:ea typeface="Calibri" panose="020F0502020204030204" pitchFamily="34" charset="0"/>
              </a:rPr>
              <a:t>sea geometry </a:t>
            </a:r>
            <a:r>
              <a:rPr lang="ko-KR" altLang="en-US" dirty="0"/>
              <a:t>변형</a:t>
            </a:r>
          </a:p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772BB90-AC35-02CD-7569-3BCD117E91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vertex shader</a:t>
            </a:r>
            <a:r>
              <a:rPr lang="ko-KR" altLang="en-US" dirty="0"/>
              <a:t>가 받는 정보 중 </a:t>
            </a:r>
            <a:r>
              <a:rPr lang="en-US" altLang="ko-KR" dirty="0"/>
              <a:t>position </a:t>
            </a:r>
            <a:r>
              <a:rPr lang="ko-KR" altLang="en-US" dirty="0"/>
              <a:t>은 각 정점의 위치를 나타냅니다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따라서 이 값을 </a:t>
            </a:r>
            <a:r>
              <a:rPr lang="ko-KR" altLang="en-US" dirty="0" err="1"/>
              <a:t>시드로</a:t>
            </a:r>
            <a:r>
              <a:rPr lang="ko-KR" altLang="en-US" dirty="0"/>
              <a:t> </a:t>
            </a:r>
            <a:r>
              <a:rPr lang="en-US" altLang="ko-KR" dirty="0"/>
              <a:t>random </a:t>
            </a:r>
            <a:r>
              <a:rPr lang="ko-KR" altLang="en-US" dirty="0"/>
              <a:t>한다면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시간에 상관없이 같은 정점은 같은 </a:t>
            </a:r>
            <a:r>
              <a:rPr lang="en-US" altLang="ko-KR" dirty="0"/>
              <a:t>random </a:t>
            </a:r>
            <a:r>
              <a:rPr lang="ko-KR" altLang="en-US" dirty="0"/>
              <a:t>값을 가지게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값에 경과 시간을 더해서</a:t>
            </a:r>
            <a:r>
              <a:rPr lang="en-US" altLang="ko-KR" dirty="0"/>
              <a:t>, </a:t>
            </a:r>
            <a:r>
              <a:rPr lang="ko-KR" altLang="en-US" dirty="0"/>
              <a:t>각 정점 마다 다르지만</a:t>
            </a:r>
            <a:r>
              <a:rPr lang="en-US" altLang="ko-KR" dirty="0"/>
              <a:t> </a:t>
            </a:r>
            <a:r>
              <a:rPr lang="ko-KR" altLang="en-US" dirty="0"/>
              <a:t>시간에 따라 부드럽게 변화하는 값을 만들 수 있습니다</a:t>
            </a:r>
            <a:r>
              <a:rPr lang="en-US" altLang="ko-KR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1ABB1BC-AE7B-A808-B26A-175EA3474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523" y="2804611"/>
            <a:ext cx="3410243" cy="106570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5C73529-C758-456C-E14A-852D4F54E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523" y="4485593"/>
            <a:ext cx="3772426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723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D9904-E4C8-4F39-1A9E-6963BC12D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B4C4BB9-3329-42B6-62C6-6A977964F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2.</a:t>
            </a:r>
            <a:r>
              <a:rPr lang="ko-KR" altLang="en-US" dirty="0" err="1"/>
              <a:t>셰이더에서</a:t>
            </a:r>
            <a:r>
              <a:rPr lang="ko-KR" altLang="en-US" dirty="0"/>
              <a:t> 구현</a:t>
            </a:r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7BF626-7555-C047-105B-DE87106BAF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ea typeface="Calibri" panose="020F0502020204030204" pitchFamily="34" charset="0"/>
              </a:rPr>
              <a:t>1. Vertex shader </a:t>
            </a:r>
            <a:r>
              <a:rPr lang="ko-KR" altLang="en-US" dirty="0"/>
              <a:t>에서 </a:t>
            </a:r>
            <a:r>
              <a:rPr lang="en-US" altLang="ko-KR" dirty="0">
                <a:ea typeface="Calibri" panose="020F0502020204030204" pitchFamily="34" charset="0"/>
              </a:rPr>
              <a:t>sea geometry </a:t>
            </a:r>
            <a:r>
              <a:rPr lang="ko-KR" altLang="en-US" dirty="0"/>
              <a:t>변형</a:t>
            </a:r>
          </a:p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1598A3B-3E42-2580-2CE3-55A4445C18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하지만</a:t>
            </a:r>
            <a:r>
              <a:rPr lang="en-US" altLang="ko-KR" dirty="0"/>
              <a:t>, Sea</a:t>
            </a:r>
            <a:r>
              <a:rPr lang="ko-KR" altLang="en-US" dirty="0"/>
              <a:t> </a:t>
            </a:r>
            <a:r>
              <a:rPr lang="en-US" altLang="ko-KR" dirty="0"/>
              <a:t>Mesh</a:t>
            </a:r>
            <a:r>
              <a:rPr lang="ko-KR" altLang="en-US" dirty="0"/>
              <a:t>는 게임 스피드에 따라서 회전하므로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같은 정점이라도 </a:t>
            </a:r>
            <a:r>
              <a:rPr lang="en-US" altLang="ko-KR" dirty="0"/>
              <a:t>position</a:t>
            </a:r>
            <a:r>
              <a:rPr lang="ko-KR" altLang="en-US" dirty="0"/>
              <a:t>이 이동하게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따라서 </a:t>
            </a:r>
            <a:r>
              <a:rPr lang="en-US" altLang="ko-KR" dirty="0"/>
              <a:t>position </a:t>
            </a:r>
            <a:r>
              <a:rPr lang="ko-KR" altLang="en-US" dirty="0"/>
              <a:t>대신</a:t>
            </a:r>
            <a:r>
              <a:rPr lang="en-US" altLang="ko-KR" dirty="0"/>
              <a:t>,</a:t>
            </a:r>
          </a:p>
          <a:p>
            <a:r>
              <a:rPr lang="en-US" altLang="ko-KR" dirty="0" err="1"/>
              <a:t>uv</a:t>
            </a:r>
            <a:r>
              <a:rPr lang="en-US" altLang="ko-KR" dirty="0"/>
              <a:t> </a:t>
            </a:r>
            <a:r>
              <a:rPr lang="ko-KR" altLang="en-US" dirty="0"/>
              <a:t>좌표를 같은 방식으로 사용하였습니다</a:t>
            </a:r>
            <a:r>
              <a:rPr lang="en-US" altLang="ko-KR" dirty="0"/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F61806C-5885-B927-8CD8-3F5243625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8666" y="1161733"/>
            <a:ext cx="5611008" cy="453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848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8BF78-F175-95F6-544F-D247C5A56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D5C900-DF0A-9A35-2168-30EBE5EA389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구현 요약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1.</a:t>
            </a:r>
            <a:r>
              <a:rPr lang="ko-KR" altLang="en-US" dirty="0"/>
              <a:t>비행기</a:t>
            </a:r>
            <a:r>
              <a:rPr lang="en-US" altLang="ko-KR" dirty="0"/>
              <a:t>, </a:t>
            </a:r>
            <a:r>
              <a:rPr lang="ko-KR" altLang="en-US" dirty="0"/>
              <a:t>카메라의 부모 객체 생성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2.</a:t>
            </a:r>
            <a:r>
              <a:rPr lang="ko-KR" altLang="en-US" dirty="0"/>
              <a:t>비행기 이동 구현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3.</a:t>
            </a:r>
            <a:r>
              <a:rPr lang="ko-KR" altLang="en-US" dirty="0"/>
              <a:t>비행기 회전 구현</a:t>
            </a:r>
          </a:p>
        </p:txBody>
      </p:sp>
      <p:sp>
        <p:nvSpPr>
          <p:cNvPr id="7" name="텍스트 개체 틀 2">
            <a:extLst>
              <a:ext uri="{FF2B5EF4-FFF2-40B4-BE49-F238E27FC236}">
                <a16:creationId xmlns:a16="http://schemas.microsoft.com/office/drawing/2014/main" id="{1E7C072C-96EF-3862-634B-85B03636653E}"/>
              </a:ext>
            </a:extLst>
          </p:cNvPr>
          <p:cNvSpPr txBox="1">
            <a:spLocks/>
          </p:cNvSpPr>
          <p:nvPr/>
        </p:nvSpPr>
        <p:spPr>
          <a:xfrm>
            <a:off x="0" y="4613"/>
            <a:ext cx="12192000" cy="8703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b="0" kern="1200">
                <a:solidFill>
                  <a:schemeClr val="tx2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rgbClr val="6F6F74"/>
              </a:buClr>
              <a:buSzPct val="80000"/>
              <a:buFont typeface="Arial" pitchFamily="34" charset="0"/>
              <a:buNone/>
              <a:tabLst/>
              <a:defRPr/>
            </a:pPr>
            <a:r>
              <a:rPr lang="en-US" altLang="ko-KR" sz="4400" spc="1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ko-KR" altLang="en-US" sz="4400" spc="1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비행기</a:t>
            </a:r>
            <a:r>
              <a:rPr lang="en-US" altLang="ko-KR" sz="4400" spc="1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ko-KR" altLang="en-US" sz="4400" spc="1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카메라 조정</a:t>
            </a:r>
            <a:endParaRPr kumimoji="0" lang="ko-KR" altLang="en-US" sz="4400" b="0" i="0" u="none" strike="noStrike" kern="1200" cap="none" spc="1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Calibri" panose="020F0502020204030204" pitchFamily="34" charset="0"/>
            </a:endParaRPr>
          </a:p>
          <a:p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283B67F-53CB-AEB6-FFD1-367E315D6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685" y="1967573"/>
            <a:ext cx="7757006" cy="452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821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6EF5A-122F-8267-DFBB-FBE41F275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C543A43-2001-C345-9F08-286CD6C64A6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1.</a:t>
            </a:r>
            <a:r>
              <a:rPr lang="ko-KR" altLang="en-US" dirty="0"/>
              <a:t>비행기</a:t>
            </a:r>
            <a:r>
              <a:rPr lang="en-US" altLang="ko-KR" dirty="0"/>
              <a:t>, </a:t>
            </a:r>
            <a:r>
              <a:rPr lang="ko-KR" altLang="en-US" dirty="0"/>
              <a:t>카메라의 부모 객체 생성</a:t>
            </a:r>
            <a:endParaRPr lang="en-US" altLang="ko-KR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31FF6B-FB4F-983D-668E-F2E37CF572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비행기</a:t>
            </a:r>
            <a:r>
              <a:rPr lang="en-US" altLang="ko-KR" dirty="0"/>
              <a:t>, </a:t>
            </a:r>
            <a:r>
              <a:rPr lang="ko-KR" altLang="en-US" dirty="0"/>
              <a:t>카메라 조정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0E9C3E3-4700-D2AE-29C4-2EB604A00F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712820"/>
            <a:ext cx="1854818" cy="379690"/>
          </a:xfrm>
        </p:spPr>
        <p:txBody>
          <a:bodyPr>
            <a:normAutofit/>
          </a:bodyPr>
          <a:lstStyle/>
          <a:p>
            <a:pPr algn="ctr"/>
            <a:r>
              <a:rPr lang="ko-KR" altLang="en-US" dirty="0"/>
              <a:t>기존 방식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D7A168F-59C4-966B-6A82-4809978ADA70}"/>
              </a:ext>
            </a:extLst>
          </p:cNvPr>
          <p:cNvSpPr/>
          <p:nvPr/>
        </p:nvSpPr>
        <p:spPr>
          <a:xfrm>
            <a:off x="167603" y="1355869"/>
            <a:ext cx="1519614" cy="4642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root</a:t>
            </a:r>
            <a:endParaRPr lang="ko-KR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FED0687-2997-8341-92F4-4D43885FA632}"/>
              </a:ext>
            </a:extLst>
          </p:cNvPr>
          <p:cNvSpPr/>
          <p:nvPr/>
        </p:nvSpPr>
        <p:spPr>
          <a:xfrm>
            <a:off x="167602" y="2487357"/>
            <a:ext cx="1519615" cy="4642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airplane.mesh</a:t>
            </a:r>
            <a:endParaRPr lang="ko-KR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4705D31-8106-634A-5121-0B76A3A13BC1}"/>
              </a:ext>
            </a:extLst>
          </p:cNvPr>
          <p:cNvSpPr/>
          <p:nvPr/>
        </p:nvSpPr>
        <p:spPr>
          <a:xfrm>
            <a:off x="167602" y="3618845"/>
            <a:ext cx="1519615" cy="464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camera</a:t>
            </a:r>
            <a:endParaRPr lang="ko-KR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910038A-25B2-C608-F456-12FA99E52F6B}"/>
              </a:ext>
            </a:extLst>
          </p:cNvPr>
          <p:cNvSpPr/>
          <p:nvPr/>
        </p:nvSpPr>
        <p:spPr>
          <a:xfrm>
            <a:off x="4355863" y="2487357"/>
            <a:ext cx="1519614" cy="4642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plane_box</a:t>
            </a:r>
            <a:endParaRPr lang="ko-KR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B3604C9-BEC4-FFE3-D0A2-10F4AC7E31B5}"/>
              </a:ext>
            </a:extLst>
          </p:cNvPr>
          <p:cNvSpPr/>
          <p:nvPr/>
        </p:nvSpPr>
        <p:spPr>
          <a:xfrm>
            <a:off x="3430495" y="3618845"/>
            <a:ext cx="1519615" cy="4642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airplane.mesh</a:t>
            </a:r>
            <a:endParaRPr lang="ko-KR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C1D9CFB-F9AA-6243-4F43-1C77108A31C2}"/>
              </a:ext>
            </a:extLst>
          </p:cNvPr>
          <p:cNvSpPr/>
          <p:nvPr/>
        </p:nvSpPr>
        <p:spPr>
          <a:xfrm>
            <a:off x="5331660" y="3618845"/>
            <a:ext cx="1519615" cy="464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camera</a:t>
            </a:r>
            <a:endParaRPr lang="ko-KR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C743D5C-10AA-9A87-ED76-5CA521862D29}"/>
              </a:ext>
            </a:extLst>
          </p:cNvPr>
          <p:cNvSpPr/>
          <p:nvPr/>
        </p:nvSpPr>
        <p:spPr>
          <a:xfrm>
            <a:off x="4355863" y="1355869"/>
            <a:ext cx="1519614" cy="4642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root</a:t>
            </a:r>
            <a:endParaRPr lang="ko-KR" altLang="en-US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98BC46A1-2FC5-FE7C-333B-E93652837095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927410" y="1820089"/>
            <a:ext cx="0" cy="6672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7020C29D-1B87-862D-3556-81ADE2BB1CA0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927410" y="2951577"/>
            <a:ext cx="0" cy="6672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6F58C9B2-E0E4-5EC4-53F1-126C98D01DE8}"/>
              </a:ext>
            </a:extLst>
          </p:cNvPr>
          <p:cNvCxnSpPr>
            <a:cxnSpLocks/>
            <a:stCxn id="13" idx="2"/>
            <a:endCxn id="10" idx="0"/>
          </p:cNvCxnSpPr>
          <p:nvPr/>
        </p:nvCxnSpPr>
        <p:spPr>
          <a:xfrm>
            <a:off x="5115670" y="1820089"/>
            <a:ext cx="0" cy="6672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4043028-ADCD-EA77-8A0A-04A54E4C5A94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4190303" y="2951577"/>
            <a:ext cx="925367" cy="6672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2E72B812-76C0-C967-1DCD-0572C7EB6DC2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5115670" y="2951577"/>
            <a:ext cx="975798" cy="6672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텍스트 개체 틀 3">
            <a:extLst>
              <a:ext uri="{FF2B5EF4-FFF2-40B4-BE49-F238E27FC236}">
                <a16:creationId xmlns:a16="http://schemas.microsoft.com/office/drawing/2014/main" id="{598E0BC6-9553-907B-2789-DAF2B18EF9A5}"/>
              </a:ext>
            </a:extLst>
          </p:cNvPr>
          <p:cNvSpPr txBox="1">
            <a:spLocks/>
          </p:cNvSpPr>
          <p:nvPr/>
        </p:nvSpPr>
        <p:spPr>
          <a:xfrm>
            <a:off x="2072498" y="814746"/>
            <a:ext cx="11281689" cy="51405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800" kern="1200" spc="10" baseline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indent="-18288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30" name="텍스트 개체 틀 3">
            <a:extLst>
              <a:ext uri="{FF2B5EF4-FFF2-40B4-BE49-F238E27FC236}">
                <a16:creationId xmlns:a16="http://schemas.microsoft.com/office/drawing/2014/main" id="{6050C5DC-E661-AFBF-FD63-B24DA9AD77A1}"/>
              </a:ext>
            </a:extLst>
          </p:cNvPr>
          <p:cNvSpPr txBox="1">
            <a:spLocks/>
          </p:cNvSpPr>
          <p:nvPr/>
        </p:nvSpPr>
        <p:spPr>
          <a:xfrm>
            <a:off x="4188261" y="730422"/>
            <a:ext cx="1854818" cy="379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800" kern="1200" spc="10" baseline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indent="-18288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dirty="0"/>
              <a:t>새로운 방식</a:t>
            </a:r>
          </a:p>
        </p:txBody>
      </p:sp>
      <p:sp>
        <p:nvSpPr>
          <p:cNvPr id="31" name="텍스트 개체 틀 3">
            <a:extLst>
              <a:ext uri="{FF2B5EF4-FFF2-40B4-BE49-F238E27FC236}">
                <a16:creationId xmlns:a16="http://schemas.microsoft.com/office/drawing/2014/main" id="{D669A8D7-7643-79CF-EBC4-435D47DEF9A3}"/>
              </a:ext>
            </a:extLst>
          </p:cNvPr>
          <p:cNvSpPr txBox="1">
            <a:spLocks/>
          </p:cNvSpPr>
          <p:nvPr/>
        </p:nvSpPr>
        <p:spPr>
          <a:xfrm>
            <a:off x="3840625" y="2949235"/>
            <a:ext cx="2550089" cy="379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800" kern="1200" spc="10" baseline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indent="-18288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/>
              <a:t>Translation(</a:t>
            </a:r>
            <a:r>
              <a:rPr lang="ko-KR" altLang="en-US" dirty="0"/>
              <a:t>이동</a:t>
            </a:r>
            <a:r>
              <a:rPr lang="en-US" altLang="ko-KR" dirty="0"/>
              <a:t>)</a:t>
            </a:r>
            <a:r>
              <a:rPr lang="ko-KR" altLang="en-US" dirty="0"/>
              <a:t> 적용</a:t>
            </a:r>
          </a:p>
        </p:txBody>
      </p:sp>
      <p:sp>
        <p:nvSpPr>
          <p:cNvPr id="32" name="텍스트 개체 틀 3">
            <a:extLst>
              <a:ext uri="{FF2B5EF4-FFF2-40B4-BE49-F238E27FC236}">
                <a16:creationId xmlns:a16="http://schemas.microsoft.com/office/drawing/2014/main" id="{526EFECD-717E-A607-05C0-0389BE8CB797}"/>
              </a:ext>
            </a:extLst>
          </p:cNvPr>
          <p:cNvSpPr txBox="1">
            <a:spLocks/>
          </p:cNvSpPr>
          <p:nvPr/>
        </p:nvSpPr>
        <p:spPr>
          <a:xfrm>
            <a:off x="2672731" y="4044055"/>
            <a:ext cx="2550089" cy="3796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800" kern="1200" spc="10" baseline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indent="-18288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dirty="0"/>
              <a:t>Rotation(</a:t>
            </a:r>
            <a:r>
              <a:rPr lang="ko-KR" altLang="en-US" dirty="0"/>
              <a:t>회전</a:t>
            </a:r>
            <a:r>
              <a:rPr lang="en-US" altLang="ko-KR" dirty="0"/>
              <a:t>) </a:t>
            </a:r>
            <a:r>
              <a:rPr lang="ko-KR" altLang="en-US" dirty="0"/>
              <a:t>적용</a:t>
            </a:r>
          </a:p>
        </p:txBody>
      </p:sp>
      <p:sp>
        <p:nvSpPr>
          <p:cNvPr id="33" name="텍스트 개체 틀 3">
            <a:extLst>
              <a:ext uri="{FF2B5EF4-FFF2-40B4-BE49-F238E27FC236}">
                <a16:creationId xmlns:a16="http://schemas.microsoft.com/office/drawing/2014/main" id="{0654861B-DB75-0C94-7ED6-D8166C182790}"/>
              </a:ext>
            </a:extLst>
          </p:cNvPr>
          <p:cNvSpPr txBox="1">
            <a:spLocks/>
          </p:cNvSpPr>
          <p:nvPr/>
        </p:nvSpPr>
        <p:spPr>
          <a:xfrm>
            <a:off x="124989" y="4858156"/>
            <a:ext cx="11920093" cy="13988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800" kern="1200" spc="10" baseline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indent="-18288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기존 </a:t>
            </a:r>
            <a:r>
              <a:rPr lang="en-US" altLang="ko-KR" dirty="0"/>
              <a:t>camera</a:t>
            </a:r>
            <a:r>
              <a:rPr lang="ko-KR" altLang="en-US" dirty="0"/>
              <a:t>가 </a:t>
            </a:r>
            <a:r>
              <a:rPr lang="en-US" altLang="ko-KR" dirty="0" err="1"/>
              <a:t>airplane.mesh</a:t>
            </a:r>
            <a:r>
              <a:rPr lang="en-US" altLang="ko-KR" dirty="0"/>
              <a:t> </a:t>
            </a:r>
            <a:r>
              <a:rPr lang="ko-KR" altLang="en-US" dirty="0"/>
              <a:t>의 자식으로 추가되는 방식 </a:t>
            </a:r>
            <a:r>
              <a:rPr lang="en-US" altLang="ko-KR" dirty="0"/>
              <a:t>: </a:t>
            </a:r>
            <a:r>
              <a:rPr lang="en-US" altLang="ko-KR" dirty="0" err="1"/>
              <a:t>airplane.mesh</a:t>
            </a:r>
            <a:r>
              <a:rPr lang="en-US" altLang="ko-KR" dirty="0"/>
              <a:t> </a:t>
            </a:r>
            <a:r>
              <a:rPr lang="ko-KR" altLang="en-US" dirty="0"/>
              <a:t>의 이동과 회전 모두 </a:t>
            </a:r>
            <a:r>
              <a:rPr lang="en-US" altLang="ko-KR" dirty="0"/>
              <a:t>camera</a:t>
            </a:r>
            <a:r>
              <a:rPr lang="ko-KR" altLang="en-US" dirty="0"/>
              <a:t>에 적용됩니다</a:t>
            </a:r>
            <a:endParaRPr lang="en-US" altLang="ko-KR" dirty="0"/>
          </a:p>
          <a:p>
            <a:r>
              <a:rPr lang="en-US" altLang="ko-KR" dirty="0" err="1"/>
              <a:t>Airplane.mesh</a:t>
            </a:r>
            <a:r>
              <a:rPr lang="en-US" altLang="ko-KR" dirty="0"/>
              <a:t> </a:t>
            </a:r>
            <a:r>
              <a:rPr lang="ko-KR" altLang="en-US" dirty="0"/>
              <a:t>와 </a:t>
            </a:r>
            <a:r>
              <a:rPr lang="en-US" altLang="ko-KR" dirty="0"/>
              <a:t>camera </a:t>
            </a:r>
            <a:r>
              <a:rPr lang="ko-KR" altLang="en-US" dirty="0"/>
              <a:t>를 모두 자식으로 추가하는 </a:t>
            </a:r>
            <a:r>
              <a:rPr lang="en-US" altLang="ko-KR" dirty="0" err="1"/>
              <a:t>plane_box</a:t>
            </a:r>
            <a:r>
              <a:rPr lang="en-US" altLang="ko-KR" dirty="0"/>
              <a:t> </a:t>
            </a:r>
            <a:r>
              <a:rPr lang="ko-KR" altLang="en-US" dirty="0"/>
              <a:t>를 만들고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이동은 </a:t>
            </a:r>
            <a:r>
              <a:rPr lang="en-US" altLang="ko-KR" dirty="0" err="1"/>
              <a:t>plane_box</a:t>
            </a:r>
            <a:r>
              <a:rPr lang="ko-KR" altLang="en-US" dirty="0"/>
              <a:t>에</a:t>
            </a:r>
            <a:r>
              <a:rPr lang="en-US" altLang="ko-KR" dirty="0"/>
              <a:t>, </a:t>
            </a:r>
            <a:r>
              <a:rPr lang="ko-KR" altLang="en-US" dirty="0"/>
              <a:t>회전은 </a:t>
            </a:r>
            <a:r>
              <a:rPr lang="en-US" altLang="ko-KR" dirty="0" err="1"/>
              <a:t>airplane.mesh</a:t>
            </a:r>
            <a:r>
              <a:rPr lang="ko-KR" altLang="en-US" dirty="0"/>
              <a:t>에 적용하는 방식이</a:t>
            </a:r>
            <a:r>
              <a:rPr lang="en-US" altLang="ko-KR" dirty="0"/>
              <a:t> </a:t>
            </a:r>
            <a:r>
              <a:rPr lang="ko-KR" altLang="en-US" dirty="0"/>
              <a:t>가능합니다</a:t>
            </a: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8B3C615C-37DE-5D98-6FB1-95FEC5A7C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6331" y="705534"/>
            <a:ext cx="3766280" cy="1723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754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D37F4-05A0-4FFF-D46B-E34929E3A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D9C7107-7FA5-1853-B22E-761B391ACB3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비행기 이동 구현</a:t>
            </a:r>
          </a:p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19F05C-EA3B-AFB8-AB55-9ADCB3E42C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비행기</a:t>
            </a:r>
            <a:r>
              <a:rPr lang="en-US" altLang="ko-KR" dirty="0"/>
              <a:t>, </a:t>
            </a:r>
            <a:r>
              <a:rPr lang="ko-KR" altLang="en-US" dirty="0"/>
              <a:t>카메라 조정</a:t>
            </a:r>
          </a:p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19274A5-D003-D2EA-0F9B-047206811EA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4989" y="2989501"/>
            <a:ext cx="4829690" cy="432532"/>
          </a:xfrm>
        </p:spPr>
        <p:txBody>
          <a:bodyPr/>
          <a:lstStyle/>
          <a:p>
            <a:r>
              <a:rPr lang="en-US" altLang="ko-KR" dirty="0"/>
              <a:t>loop </a:t>
            </a:r>
            <a:r>
              <a:rPr lang="ko-KR" altLang="en-US" dirty="0"/>
              <a:t>에서</a:t>
            </a:r>
            <a:r>
              <a:rPr lang="en-US" altLang="ko-KR" dirty="0"/>
              <a:t>, </a:t>
            </a:r>
            <a:r>
              <a:rPr lang="en-US" altLang="ko-KR" dirty="0" err="1"/>
              <a:t>plain_box</a:t>
            </a:r>
            <a:r>
              <a:rPr lang="en-US" altLang="ko-KR" dirty="0"/>
              <a:t> </a:t>
            </a:r>
            <a:r>
              <a:rPr lang="ko-KR" altLang="en-US" dirty="0"/>
              <a:t>는 </a:t>
            </a:r>
            <a:r>
              <a:rPr lang="en-US" altLang="ko-KR" dirty="0" err="1"/>
              <a:t>gray_sphere</a:t>
            </a:r>
            <a:r>
              <a:rPr lang="en-US" altLang="ko-KR" dirty="0"/>
              <a:t> </a:t>
            </a:r>
            <a:r>
              <a:rPr lang="ko-KR" altLang="en-US" dirty="0"/>
              <a:t>위치로 </a:t>
            </a:r>
            <a:r>
              <a:rPr lang="en-US" altLang="ko-KR" dirty="0"/>
              <a:t>lerp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1465109-D250-A296-4B4D-08F920464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89" y="839752"/>
            <a:ext cx="4953691" cy="132416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0FF9AAD-F81D-A705-7F56-F248871A3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89" y="2550485"/>
            <a:ext cx="3858163" cy="32389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AA4D91E-F411-3DEA-E4DC-E307F9841B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5592" y="745245"/>
            <a:ext cx="2295845" cy="3610479"/>
          </a:xfrm>
          <a:prstGeom prst="rect">
            <a:avLst/>
          </a:prstGeom>
        </p:spPr>
      </p:pic>
      <p:sp>
        <p:nvSpPr>
          <p:cNvPr id="11" name="텍스트 개체 틀 3">
            <a:extLst>
              <a:ext uri="{FF2B5EF4-FFF2-40B4-BE49-F238E27FC236}">
                <a16:creationId xmlns:a16="http://schemas.microsoft.com/office/drawing/2014/main" id="{DBDA06DB-1DAE-7C1F-B9FF-2306DB57E2C9}"/>
              </a:ext>
            </a:extLst>
          </p:cNvPr>
          <p:cNvSpPr txBox="1">
            <a:spLocks/>
          </p:cNvSpPr>
          <p:nvPr/>
        </p:nvSpPr>
        <p:spPr>
          <a:xfrm>
            <a:off x="6375592" y="4534561"/>
            <a:ext cx="4829690" cy="4325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800" kern="1200" spc="10" baseline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indent="-18288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키보드 입력에 따라</a:t>
            </a:r>
            <a:r>
              <a:rPr lang="en-US" altLang="ko-KR" dirty="0"/>
              <a:t>, </a:t>
            </a:r>
            <a:r>
              <a:rPr lang="en-US" altLang="ko-KR" dirty="0" err="1"/>
              <a:t>gray_sphere</a:t>
            </a:r>
            <a:r>
              <a:rPr lang="en-US" altLang="ko-KR" dirty="0"/>
              <a:t> </a:t>
            </a:r>
            <a:r>
              <a:rPr lang="ko-KR" altLang="en-US" dirty="0"/>
              <a:t>위치 이동</a:t>
            </a:r>
          </a:p>
        </p:txBody>
      </p:sp>
    </p:spTree>
    <p:extLst>
      <p:ext uri="{BB962C8B-B14F-4D97-AF65-F5344CB8AC3E}">
        <p14:creationId xmlns:p14="http://schemas.microsoft.com/office/powerpoint/2010/main" val="4217611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D3BB1-DC43-A937-E1DA-1CF7CAD9E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ECE75E5-5490-0434-B1AE-96B2D74FED1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3.</a:t>
            </a:r>
            <a:r>
              <a:rPr lang="ko-KR" altLang="en-US" dirty="0"/>
              <a:t>비행기 회전 구현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51A97F-C655-9858-211C-A475B0C707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비행기</a:t>
            </a:r>
            <a:r>
              <a:rPr lang="en-US" altLang="ko-KR" dirty="0"/>
              <a:t>, </a:t>
            </a:r>
            <a:r>
              <a:rPr lang="ko-KR" altLang="en-US" dirty="0"/>
              <a:t>카메라 조정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A62828B-E4E1-84EE-C36C-CE51E33CD9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4476" y="4486196"/>
            <a:ext cx="4529660" cy="901639"/>
          </a:xfrm>
        </p:spPr>
        <p:txBody>
          <a:bodyPr>
            <a:normAutofit/>
          </a:bodyPr>
          <a:lstStyle/>
          <a:p>
            <a:r>
              <a:rPr lang="ko-KR" altLang="en-US" dirty="0"/>
              <a:t>키보드 입력을 받으면 </a:t>
            </a:r>
            <a:r>
              <a:rPr lang="en-US" altLang="ko-KR" dirty="0"/>
              <a:t>count down </a:t>
            </a:r>
            <a:r>
              <a:rPr lang="ko-KR" altLang="en-US" dirty="0"/>
              <a:t>초기화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목표 </a:t>
            </a:r>
            <a:r>
              <a:rPr lang="ko-KR" altLang="en-US" dirty="0" err="1"/>
              <a:t>쿼터니언</a:t>
            </a:r>
            <a:r>
              <a:rPr lang="ko-KR" altLang="en-US" dirty="0"/>
              <a:t> 설정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426779C-02C7-2775-A349-7B6CDF330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1" y="1401678"/>
            <a:ext cx="5196807" cy="118349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94E3819-577D-204D-C9A2-65DF6D5EA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063" y="923220"/>
            <a:ext cx="1276153" cy="530611"/>
          </a:xfrm>
          <a:prstGeom prst="rect">
            <a:avLst/>
          </a:prstGeom>
        </p:spPr>
      </p:pic>
      <p:pic>
        <p:nvPicPr>
          <p:cNvPr id="10" name="그림 9" descr="텍스트, 스크린샷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4D189A9-2196-B56D-06AA-ED2D97F217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063" y="1520442"/>
            <a:ext cx="4375323" cy="2840231"/>
          </a:xfrm>
          <a:prstGeom prst="rect">
            <a:avLst/>
          </a:prstGeom>
        </p:spPr>
      </p:pic>
      <p:sp>
        <p:nvSpPr>
          <p:cNvPr id="11" name="텍스트 개체 틀 3">
            <a:extLst>
              <a:ext uri="{FF2B5EF4-FFF2-40B4-BE49-F238E27FC236}">
                <a16:creationId xmlns:a16="http://schemas.microsoft.com/office/drawing/2014/main" id="{F710C85F-2F29-586A-CC2A-7D44469E5F04}"/>
              </a:ext>
            </a:extLst>
          </p:cNvPr>
          <p:cNvSpPr txBox="1">
            <a:spLocks/>
          </p:cNvSpPr>
          <p:nvPr/>
        </p:nvSpPr>
        <p:spPr>
          <a:xfrm>
            <a:off x="5486401" y="2940557"/>
            <a:ext cx="5907418" cy="25157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800" kern="1200" spc="10" baseline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457200" indent="-18288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1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Loop </a:t>
            </a:r>
            <a:r>
              <a:rPr lang="ko-KR" altLang="en-US" dirty="0"/>
              <a:t>에서 반복</a:t>
            </a:r>
            <a:endParaRPr lang="en-US" altLang="ko-KR" dirty="0"/>
          </a:p>
          <a:p>
            <a:r>
              <a:rPr lang="ko-KR" altLang="en-US" dirty="0"/>
              <a:t>남은 시간이 절반 이상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      </a:t>
            </a:r>
            <a:r>
              <a:rPr lang="en-US" altLang="ko-KR" dirty="0" err="1"/>
              <a:t>airplain.mesh</a:t>
            </a:r>
            <a:r>
              <a:rPr lang="en-US" altLang="ko-KR" dirty="0"/>
              <a:t> </a:t>
            </a:r>
            <a:r>
              <a:rPr lang="ko-KR" altLang="en-US" dirty="0"/>
              <a:t>를 목표 </a:t>
            </a:r>
            <a:r>
              <a:rPr lang="ko-KR" altLang="en-US" dirty="0" err="1"/>
              <a:t>쿼터니언으로</a:t>
            </a:r>
            <a:r>
              <a:rPr lang="ko-KR" altLang="en-US" dirty="0"/>
              <a:t> </a:t>
            </a:r>
            <a:r>
              <a:rPr lang="en-US" altLang="ko-KR" dirty="0" err="1"/>
              <a:t>slerp</a:t>
            </a:r>
            <a:endParaRPr lang="en-US" altLang="ko-KR" dirty="0"/>
          </a:p>
          <a:p>
            <a:r>
              <a:rPr lang="ko-KR" altLang="en-US" dirty="0"/>
              <a:t>남은 시간이 절반 이하 </a:t>
            </a:r>
            <a:r>
              <a:rPr lang="en-US" altLang="ko-KR" dirty="0"/>
              <a:t>: </a:t>
            </a:r>
          </a:p>
          <a:p>
            <a:r>
              <a:rPr lang="en-US" altLang="ko-KR" dirty="0"/>
              <a:t>      </a:t>
            </a:r>
            <a:r>
              <a:rPr lang="en-US" altLang="ko-KR" dirty="0" err="1"/>
              <a:t>airplain.mesh</a:t>
            </a:r>
            <a:r>
              <a:rPr lang="en-US" altLang="ko-KR" dirty="0"/>
              <a:t> </a:t>
            </a:r>
            <a:r>
              <a:rPr lang="ko-KR" altLang="en-US" dirty="0"/>
              <a:t>를 기본 </a:t>
            </a:r>
            <a:r>
              <a:rPr lang="ko-KR" altLang="en-US" dirty="0" err="1"/>
              <a:t>쿼터니언으로</a:t>
            </a:r>
            <a:r>
              <a:rPr lang="ko-KR" altLang="en-US" dirty="0"/>
              <a:t> </a:t>
            </a:r>
            <a:r>
              <a:rPr lang="en-US" altLang="ko-KR" dirty="0" err="1"/>
              <a:t>slerp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3219547"/>
      </p:ext>
    </p:extLst>
  </p:cSld>
  <p:clrMapOvr>
    <a:masterClrMapping/>
  </p:clrMapOvr>
</p:sld>
</file>

<file path=ppt/theme/theme1.xml><?xml version="1.0" encoding="utf-8"?>
<a:theme xmlns:a="http://schemas.openxmlformats.org/drawingml/2006/main" name="보기">
  <a:themeElements>
    <a:clrScheme name="보기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보기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보기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TM03457515[[fn=보기]]</Template>
  <TotalTime>120</TotalTime>
  <Words>508</Words>
  <Application>Microsoft Office PowerPoint</Application>
  <PresentationFormat>와이드스크린</PresentationFormat>
  <Paragraphs>71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Arial</vt:lpstr>
      <vt:lpstr>Calibri</vt:lpstr>
      <vt:lpstr>Century Schoolbook</vt:lpstr>
      <vt:lpstr>Wingdings 2</vt:lpstr>
      <vt:lpstr>보기</vt:lpstr>
      <vt:lpstr>2021204042 황인성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황인성</dc:creator>
  <cp:lastModifiedBy>황인성</cp:lastModifiedBy>
  <cp:revision>1</cp:revision>
  <dcterms:created xsi:type="dcterms:W3CDTF">2025-05-16T14:37:05Z</dcterms:created>
  <dcterms:modified xsi:type="dcterms:W3CDTF">2026-03-12T06:22:46Z</dcterms:modified>
</cp:coreProperties>
</file>